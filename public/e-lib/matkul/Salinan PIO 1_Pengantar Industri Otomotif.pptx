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5"/>
    <p:sldMasterId id="214748365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http://customooxmlschemas.google.com/">
      <go:slidesCustomData xmlns:go="http://customooxmlschemas.google.com/" r:id="rId33" roundtripDataSignature="AMtx7mgotY6kAAJX8JLCMlBqH3RTBRZH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0C57ACF-72BB-42B6-B36C-932CBFC81B54}">
  <a:tblStyle styleId="{E0C57ACF-72BB-42B6-B36C-932CBFC81B5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customschemas.google.com/relationships/presentationmetadata" Target="metadata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D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27" name="Google Shape;32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D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39" name="Google Shape;33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D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51" name="Google Shape;3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D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76" name="Google Shape;3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D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88" name="Google Shape;38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D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00" name="Google Shape;40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D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12" name="Google Shape;41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D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26" name="Google Shape;42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D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38" name="Google Shape;43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D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50" name="Google Shape;45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D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62" name="Google Shape;46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D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76" name="Google Shape;47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D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90" name="Google Shape;49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D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04" name="Google Shape;50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D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16" name="Google Shape;51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D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28" name="Google Shape;52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D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40" name="Google Shape;54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D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52" name="Google Shape;55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D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64" name="Google Shape;56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D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76" name="Google Shape;57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D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88" name="Google Shape;58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D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00" name="Google Shape;60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D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12" name="Google Shape;61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D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33" name="Google Shape;63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D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hree Content">
  <p:cSld name="1_Three Conte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0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" name="Google Shape;29;p30"/>
          <p:cNvCxnSpPr/>
          <p:nvPr/>
        </p:nvCxnSpPr>
        <p:spPr>
          <a:xfrm>
            <a:off x="0" y="1282700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" name="Google Shape;30;p30"/>
          <p:cNvSpPr/>
          <p:nvPr>
            <p:ph idx="2" type="pic"/>
          </p:nvPr>
        </p:nvSpPr>
        <p:spPr>
          <a:xfrm>
            <a:off x="0" y="0"/>
            <a:ext cx="12192000" cy="64080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30"/>
          <p:cNvSpPr txBox="1"/>
          <p:nvPr>
            <p:ph type="title"/>
          </p:nvPr>
        </p:nvSpPr>
        <p:spPr>
          <a:xfrm>
            <a:off x="0" y="0"/>
            <a:ext cx="12192000" cy="1296537"/>
          </a:xfrm>
          <a:prstGeom prst="rect">
            <a:avLst/>
          </a:prstGeom>
          <a:solidFill>
            <a:srgbClr val="B3C6E7">
              <a:alpha val="49803"/>
            </a:srgbClr>
          </a:solidFill>
          <a:ln>
            <a:noFill/>
          </a:ln>
        </p:spPr>
        <p:txBody>
          <a:bodyPr anchorCtr="0" anchor="ctr" bIns="45700" lIns="720000" spcFirstLastPara="1" rIns="91425" wrap="square" tIns="108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0"/>
          <p:cNvSpPr txBox="1"/>
          <p:nvPr>
            <p:ph idx="1" type="body"/>
          </p:nvPr>
        </p:nvSpPr>
        <p:spPr>
          <a:xfrm>
            <a:off x="744355" y="1812759"/>
            <a:ext cx="4954159" cy="3748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30"/>
          <p:cNvSpPr txBox="1"/>
          <p:nvPr>
            <p:ph idx="3" type="body"/>
          </p:nvPr>
        </p:nvSpPr>
        <p:spPr>
          <a:xfrm>
            <a:off x="6499901" y="1812759"/>
            <a:ext cx="4954159" cy="374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Picture with Content">
  <p:cSld name="2_Picture with Conte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31"/>
          <p:cNvCxnSpPr/>
          <p:nvPr/>
        </p:nvCxnSpPr>
        <p:spPr>
          <a:xfrm>
            <a:off x="0" y="1282700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" name="Google Shape;40;p31"/>
          <p:cNvSpPr/>
          <p:nvPr>
            <p:ph idx="2" type="pic"/>
          </p:nvPr>
        </p:nvSpPr>
        <p:spPr>
          <a:xfrm>
            <a:off x="0" y="0"/>
            <a:ext cx="12192000" cy="6408000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31"/>
          <p:cNvSpPr txBox="1"/>
          <p:nvPr>
            <p:ph type="title"/>
          </p:nvPr>
        </p:nvSpPr>
        <p:spPr>
          <a:xfrm>
            <a:off x="0" y="0"/>
            <a:ext cx="12192000" cy="1296537"/>
          </a:xfrm>
          <a:prstGeom prst="rect">
            <a:avLst/>
          </a:prstGeom>
          <a:solidFill>
            <a:srgbClr val="B3C6E7">
              <a:alpha val="49803"/>
            </a:srgbClr>
          </a:solidFill>
          <a:ln>
            <a:noFill/>
          </a:ln>
        </p:spPr>
        <p:txBody>
          <a:bodyPr anchorCtr="0" anchor="ctr" bIns="45700" lIns="684000" spcFirstLastPara="1" rIns="91425" wrap="square" tIns="108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1"/>
          <p:cNvSpPr txBox="1"/>
          <p:nvPr>
            <p:ph idx="1" type="body"/>
          </p:nvPr>
        </p:nvSpPr>
        <p:spPr>
          <a:xfrm>
            <a:off x="747981" y="1812759"/>
            <a:ext cx="10905457" cy="4088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3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0" name="Google Shape;50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6" name="Google Shape;56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34"/>
          <p:cNvCxnSpPr/>
          <p:nvPr/>
        </p:nvCxnSpPr>
        <p:spPr>
          <a:xfrm>
            <a:off x="1208088" y="4484688"/>
            <a:ext cx="9875837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" name="Google Shape;67;p3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9" name="Google Shape;69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2" name="Google Shape;82;p3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3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3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0" name="Google Shape;100;p3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1" name="Google Shape;101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4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ntent">
  <p:cSld name="Three Conten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" name="Google Shape;118;p42"/>
          <p:cNvCxnSpPr/>
          <p:nvPr/>
        </p:nvCxnSpPr>
        <p:spPr>
          <a:xfrm>
            <a:off x="0" y="1282700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9" name="Google Shape;119;p42"/>
          <p:cNvSpPr/>
          <p:nvPr>
            <p:ph idx="2" type="pic"/>
          </p:nvPr>
        </p:nvSpPr>
        <p:spPr>
          <a:xfrm>
            <a:off x="0" y="0"/>
            <a:ext cx="12192000" cy="64080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42"/>
          <p:cNvSpPr txBox="1"/>
          <p:nvPr>
            <p:ph type="title"/>
          </p:nvPr>
        </p:nvSpPr>
        <p:spPr>
          <a:xfrm>
            <a:off x="0" y="0"/>
            <a:ext cx="12192000" cy="1296537"/>
          </a:xfrm>
          <a:prstGeom prst="rect">
            <a:avLst/>
          </a:prstGeom>
          <a:solidFill>
            <a:srgbClr val="B3C6E7">
              <a:alpha val="49803"/>
            </a:srgbClr>
          </a:solidFill>
          <a:ln>
            <a:noFill/>
          </a:ln>
        </p:spPr>
        <p:txBody>
          <a:bodyPr anchorCtr="0" anchor="ctr" bIns="45700" lIns="720000" spcFirstLastPara="1" rIns="91425" wrap="square" tIns="108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42"/>
          <p:cNvSpPr txBox="1"/>
          <p:nvPr>
            <p:ph idx="1" type="body"/>
          </p:nvPr>
        </p:nvSpPr>
        <p:spPr>
          <a:xfrm>
            <a:off x="744355" y="1812759"/>
            <a:ext cx="4954159" cy="3748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42"/>
          <p:cNvSpPr txBox="1"/>
          <p:nvPr>
            <p:ph idx="3" type="body"/>
          </p:nvPr>
        </p:nvSpPr>
        <p:spPr>
          <a:xfrm>
            <a:off x="6499901" y="1812759"/>
            <a:ext cx="4954159" cy="374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icture with Content">
  <p:cSld name="1_Picture with Conten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8" name="Google Shape;128;p43"/>
          <p:cNvCxnSpPr/>
          <p:nvPr/>
        </p:nvCxnSpPr>
        <p:spPr>
          <a:xfrm>
            <a:off x="0" y="1282700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43"/>
          <p:cNvSpPr/>
          <p:nvPr>
            <p:ph idx="2" type="pic"/>
          </p:nvPr>
        </p:nvSpPr>
        <p:spPr>
          <a:xfrm>
            <a:off x="0" y="0"/>
            <a:ext cx="12192000" cy="64080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43"/>
          <p:cNvSpPr txBox="1"/>
          <p:nvPr>
            <p:ph type="title"/>
          </p:nvPr>
        </p:nvSpPr>
        <p:spPr>
          <a:xfrm>
            <a:off x="0" y="0"/>
            <a:ext cx="12192000" cy="1296537"/>
          </a:xfrm>
          <a:prstGeom prst="rect">
            <a:avLst/>
          </a:prstGeom>
          <a:solidFill>
            <a:srgbClr val="B3C6E7">
              <a:alpha val="49803"/>
            </a:srgbClr>
          </a:solidFill>
          <a:ln>
            <a:noFill/>
          </a:ln>
        </p:spPr>
        <p:txBody>
          <a:bodyPr anchorCtr="0" anchor="ctr" bIns="45700" lIns="684000" spcFirstLastPara="1" rIns="91425" wrap="square" tIns="108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43"/>
          <p:cNvSpPr txBox="1"/>
          <p:nvPr>
            <p:ph idx="1" type="body"/>
          </p:nvPr>
        </p:nvSpPr>
        <p:spPr>
          <a:xfrm>
            <a:off x="747981" y="1812759"/>
            <a:ext cx="10905457" cy="4088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_1">
  <p:cSld name="Two Content_1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136;p44"/>
          <p:cNvCxnSpPr/>
          <p:nvPr/>
        </p:nvCxnSpPr>
        <p:spPr>
          <a:xfrm>
            <a:off x="0" y="1900238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7" name="Google Shape;137;p44"/>
          <p:cNvSpPr/>
          <p:nvPr>
            <p:ph idx="2" type="pic"/>
          </p:nvPr>
        </p:nvSpPr>
        <p:spPr>
          <a:xfrm>
            <a:off x="0" y="1907362"/>
            <a:ext cx="12192000" cy="4493433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44"/>
          <p:cNvSpPr txBox="1"/>
          <p:nvPr>
            <p:ph type="title"/>
          </p:nvPr>
        </p:nvSpPr>
        <p:spPr>
          <a:xfrm>
            <a:off x="1097280" y="230332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44"/>
          <p:cNvSpPr txBox="1"/>
          <p:nvPr>
            <p:ph idx="1" type="body"/>
          </p:nvPr>
        </p:nvSpPr>
        <p:spPr>
          <a:xfrm>
            <a:off x="1097280" y="2464540"/>
            <a:ext cx="10058400" cy="374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0" name="Google Shape;140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5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5" name="Google Shape;145;p45"/>
          <p:cNvCxnSpPr/>
          <p:nvPr/>
        </p:nvCxnSpPr>
        <p:spPr>
          <a:xfrm>
            <a:off x="0" y="1900238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6" name="Google Shape;146;p45"/>
          <p:cNvSpPr/>
          <p:nvPr>
            <p:ph idx="2" type="pic"/>
          </p:nvPr>
        </p:nvSpPr>
        <p:spPr>
          <a:xfrm>
            <a:off x="0" y="1907362"/>
            <a:ext cx="12192000" cy="4493433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45"/>
          <p:cNvSpPr txBox="1"/>
          <p:nvPr>
            <p:ph type="title"/>
          </p:nvPr>
        </p:nvSpPr>
        <p:spPr>
          <a:xfrm>
            <a:off x="1097280" y="230332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45"/>
          <p:cNvSpPr txBox="1"/>
          <p:nvPr>
            <p:ph idx="1" type="body"/>
          </p:nvPr>
        </p:nvSpPr>
        <p:spPr>
          <a:xfrm>
            <a:off x="1080347" y="2346008"/>
            <a:ext cx="10058400" cy="374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with Caption">
  <p:cSld name="1_Content with Caption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6"/>
          <p:cNvSpPr/>
          <p:nvPr/>
        </p:nvSpPr>
        <p:spPr>
          <a:xfrm>
            <a:off x="4803775" y="0"/>
            <a:ext cx="7388225" cy="6446838"/>
          </a:xfrm>
          <a:prstGeom prst="rect">
            <a:avLst/>
          </a:prstGeom>
          <a:solidFill>
            <a:srgbClr val="2F5496">
              <a:alpha val="2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5" name="Google Shape;155;p46"/>
          <p:cNvCxnSpPr/>
          <p:nvPr/>
        </p:nvCxnSpPr>
        <p:spPr>
          <a:xfrm>
            <a:off x="723900" y="1768475"/>
            <a:ext cx="3290888" cy="0"/>
          </a:xfrm>
          <a:prstGeom prst="straightConnector1">
            <a:avLst/>
          </a:prstGeom>
          <a:noFill/>
          <a:ln cap="flat" cmpd="sng" w="15875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6" name="Google Shape;156;p46"/>
          <p:cNvSpPr/>
          <p:nvPr>
            <p:ph idx="2" type="pic"/>
          </p:nvPr>
        </p:nvSpPr>
        <p:spPr>
          <a:xfrm>
            <a:off x="0" y="0"/>
            <a:ext cx="12192000" cy="6400165"/>
          </a:xfrm>
          <a:prstGeom prst="rect">
            <a:avLst/>
          </a:prstGeom>
          <a:noFill/>
          <a:ln>
            <a:noFill/>
          </a:ln>
        </p:spPr>
      </p:sp>
      <p:sp>
        <p:nvSpPr>
          <p:cNvPr id="157" name="Google Shape;157;p46"/>
          <p:cNvSpPr txBox="1"/>
          <p:nvPr>
            <p:ph type="title"/>
          </p:nvPr>
        </p:nvSpPr>
        <p:spPr>
          <a:xfrm>
            <a:off x="643466" y="488254"/>
            <a:ext cx="3517567" cy="1087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3600">
                <a:solidFill>
                  <a:srgbClr val="1F3864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46"/>
          <p:cNvSpPr txBox="1"/>
          <p:nvPr>
            <p:ph idx="1" type="body"/>
          </p:nvPr>
        </p:nvSpPr>
        <p:spPr>
          <a:xfrm>
            <a:off x="403625" y="2038720"/>
            <a:ext cx="3517567" cy="33117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9" name="Google Shape;159;p46"/>
          <p:cNvSpPr/>
          <p:nvPr>
            <p:ph idx="3" type="pic"/>
          </p:nvPr>
        </p:nvSpPr>
        <p:spPr>
          <a:xfrm>
            <a:off x="5599113" y="1692275"/>
            <a:ext cx="6592887" cy="3190875"/>
          </a:xfrm>
          <a:prstGeom prst="rect">
            <a:avLst/>
          </a:prstGeom>
          <a:solidFill>
            <a:srgbClr val="D8D8D8">
              <a:alpha val="49803"/>
            </a:srgbClr>
          </a:solidFill>
          <a:ln>
            <a:noFill/>
          </a:ln>
        </p:spPr>
      </p:sp>
      <p:sp>
        <p:nvSpPr>
          <p:cNvPr id="160" name="Google Shape;160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ntent with Caption">
  <p:cSld name="2_Content with Caption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7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7"/>
          <p:cNvSpPr/>
          <p:nvPr>
            <p:ph idx="2" type="pic"/>
          </p:nvPr>
        </p:nvSpPr>
        <p:spPr>
          <a:xfrm>
            <a:off x="0" y="0"/>
            <a:ext cx="12193200" cy="6400800"/>
          </a:xfrm>
          <a:prstGeom prst="rect">
            <a:avLst/>
          </a:prstGeom>
          <a:noFill/>
          <a:ln>
            <a:noFill/>
          </a:ln>
        </p:spPr>
      </p:sp>
      <p:sp>
        <p:nvSpPr>
          <p:cNvPr id="166" name="Google Shape;166;p47"/>
          <p:cNvSpPr txBox="1"/>
          <p:nvPr>
            <p:ph idx="1" type="body"/>
          </p:nvPr>
        </p:nvSpPr>
        <p:spPr>
          <a:xfrm>
            <a:off x="5356422" y="5034909"/>
            <a:ext cx="6835291" cy="817251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396000" spcFirstLastPara="1" rIns="91425" wrap="square" tIns="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C6E7"/>
              </a:buClr>
              <a:buSzPts val="2400"/>
              <a:buChar char="•"/>
              <a:defRPr sz="2400">
                <a:solidFill>
                  <a:srgbClr val="B3C6E7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47"/>
          <p:cNvSpPr txBox="1"/>
          <p:nvPr>
            <p:ph type="title"/>
          </p:nvPr>
        </p:nvSpPr>
        <p:spPr>
          <a:xfrm>
            <a:off x="5356143" y="3975295"/>
            <a:ext cx="6835858" cy="10893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t" bIns="45700" lIns="396000" spcFirstLastPara="1" rIns="91425" wrap="square" tIns="252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3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47"/>
          <p:cNvSpPr txBox="1"/>
          <p:nvPr>
            <p:ph idx="3" type="body"/>
          </p:nvPr>
        </p:nvSpPr>
        <p:spPr>
          <a:xfrm>
            <a:off x="678635" y="0"/>
            <a:ext cx="3998873" cy="585216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360000" spcFirstLastPara="1" rIns="360000" wrap="square" tIns="468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69" name="Google Shape;169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Picture with Content">
  <p:cSld name="3_Picture with Content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4" name="Google Shape;174;p48"/>
          <p:cNvCxnSpPr/>
          <p:nvPr/>
        </p:nvCxnSpPr>
        <p:spPr>
          <a:xfrm>
            <a:off x="0" y="1282700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5" name="Google Shape;175;p48"/>
          <p:cNvSpPr/>
          <p:nvPr>
            <p:ph idx="2" type="pic"/>
          </p:nvPr>
        </p:nvSpPr>
        <p:spPr>
          <a:xfrm>
            <a:off x="0" y="0"/>
            <a:ext cx="12192000" cy="6408000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48"/>
          <p:cNvSpPr txBox="1"/>
          <p:nvPr>
            <p:ph type="title"/>
          </p:nvPr>
        </p:nvSpPr>
        <p:spPr>
          <a:xfrm>
            <a:off x="0" y="0"/>
            <a:ext cx="12192000" cy="1296537"/>
          </a:xfrm>
          <a:prstGeom prst="rect">
            <a:avLst/>
          </a:prstGeom>
          <a:solidFill>
            <a:srgbClr val="B3C6E7">
              <a:alpha val="49803"/>
            </a:srgbClr>
          </a:solidFill>
          <a:ln>
            <a:noFill/>
          </a:ln>
        </p:spPr>
        <p:txBody>
          <a:bodyPr anchorCtr="0" anchor="ctr" bIns="45700" lIns="684000" spcFirstLastPara="1" rIns="91425" wrap="square" tIns="108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48"/>
          <p:cNvSpPr txBox="1"/>
          <p:nvPr>
            <p:ph idx="1" type="body"/>
          </p:nvPr>
        </p:nvSpPr>
        <p:spPr>
          <a:xfrm>
            <a:off x="747981" y="1812759"/>
            <a:ext cx="10905457" cy="4088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8" name="Google Shape;178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Picture with Content">
  <p:cSld name="4_Picture with Conten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3" name="Google Shape;183;p49"/>
          <p:cNvCxnSpPr/>
          <p:nvPr/>
        </p:nvCxnSpPr>
        <p:spPr>
          <a:xfrm>
            <a:off x="0" y="1282700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4" name="Google Shape;184;p49"/>
          <p:cNvSpPr/>
          <p:nvPr>
            <p:ph idx="2" type="pic"/>
          </p:nvPr>
        </p:nvSpPr>
        <p:spPr>
          <a:xfrm>
            <a:off x="0" y="0"/>
            <a:ext cx="12192000" cy="6408000"/>
          </a:xfrm>
          <a:prstGeom prst="rect">
            <a:avLst/>
          </a:prstGeom>
          <a:noFill/>
          <a:ln>
            <a:noFill/>
          </a:ln>
        </p:spPr>
      </p:sp>
      <p:sp>
        <p:nvSpPr>
          <p:cNvPr id="185" name="Google Shape;185;p49"/>
          <p:cNvSpPr txBox="1"/>
          <p:nvPr>
            <p:ph type="title"/>
          </p:nvPr>
        </p:nvSpPr>
        <p:spPr>
          <a:xfrm>
            <a:off x="0" y="0"/>
            <a:ext cx="12192000" cy="1296537"/>
          </a:xfrm>
          <a:prstGeom prst="rect">
            <a:avLst/>
          </a:prstGeom>
          <a:solidFill>
            <a:srgbClr val="B3C6E7">
              <a:alpha val="49803"/>
            </a:srgbClr>
          </a:solidFill>
          <a:ln>
            <a:noFill/>
          </a:ln>
        </p:spPr>
        <p:txBody>
          <a:bodyPr anchorCtr="0" anchor="ctr" bIns="45700" lIns="684000" spcFirstLastPara="1" rIns="91425" wrap="square" tIns="108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49"/>
          <p:cNvSpPr txBox="1"/>
          <p:nvPr>
            <p:ph idx="1" type="body"/>
          </p:nvPr>
        </p:nvSpPr>
        <p:spPr>
          <a:xfrm>
            <a:off x="747981" y="1812759"/>
            <a:ext cx="10905457" cy="4088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7" name="Google Shape;187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Picture with Content">
  <p:cSld name="5_Picture with Conten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0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2" name="Google Shape;192;p50"/>
          <p:cNvCxnSpPr/>
          <p:nvPr/>
        </p:nvCxnSpPr>
        <p:spPr>
          <a:xfrm>
            <a:off x="0" y="1282700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3" name="Google Shape;193;p50"/>
          <p:cNvSpPr/>
          <p:nvPr>
            <p:ph idx="2" type="pic"/>
          </p:nvPr>
        </p:nvSpPr>
        <p:spPr>
          <a:xfrm>
            <a:off x="0" y="0"/>
            <a:ext cx="12192000" cy="6408000"/>
          </a:xfrm>
          <a:prstGeom prst="rect">
            <a:avLst/>
          </a:prstGeom>
          <a:noFill/>
          <a:ln>
            <a:noFill/>
          </a:ln>
        </p:spPr>
      </p:sp>
      <p:sp>
        <p:nvSpPr>
          <p:cNvPr id="194" name="Google Shape;194;p50"/>
          <p:cNvSpPr txBox="1"/>
          <p:nvPr>
            <p:ph type="title"/>
          </p:nvPr>
        </p:nvSpPr>
        <p:spPr>
          <a:xfrm>
            <a:off x="0" y="0"/>
            <a:ext cx="12192000" cy="1296537"/>
          </a:xfrm>
          <a:prstGeom prst="rect">
            <a:avLst/>
          </a:prstGeom>
          <a:solidFill>
            <a:srgbClr val="B3C6E7">
              <a:alpha val="49803"/>
            </a:srgbClr>
          </a:solidFill>
          <a:ln>
            <a:noFill/>
          </a:ln>
        </p:spPr>
        <p:txBody>
          <a:bodyPr anchorCtr="0" anchor="ctr" bIns="45700" lIns="684000" spcFirstLastPara="1" rIns="91425" wrap="square" tIns="108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50"/>
          <p:cNvSpPr txBox="1"/>
          <p:nvPr>
            <p:ph idx="1" type="body"/>
          </p:nvPr>
        </p:nvSpPr>
        <p:spPr>
          <a:xfrm>
            <a:off x="747981" y="1812759"/>
            <a:ext cx="10905457" cy="4088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6" name="Google Shape;196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Picture with Content">
  <p:cSld name="6_Picture with Conten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1" name="Google Shape;201;p51"/>
          <p:cNvCxnSpPr/>
          <p:nvPr/>
        </p:nvCxnSpPr>
        <p:spPr>
          <a:xfrm>
            <a:off x="0" y="1282700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2" name="Google Shape;202;p51"/>
          <p:cNvSpPr/>
          <p:nvPr>
            <p:ph idx="2" type="pic"/>
          </p:nvPr>
        </p:nvSpPr>
        <p:spPr>
          <a:xfrm>
            <a:off x="0" y="0"/>
            <a:ext cx="12192000" cy="6408000"/>
          </a:xfrm>
          <a:prstGeom prst="rect">
            <a:avLst/>
          </a:prstGeom>
          <a:noFill/>
          <a:ln>
            <a:noFill/>
          </a:ln>
        </p:spPr>
      </p:sp>
      <p:sp>
        <p:nvSpPr>
          <p:cNvPr id="203" name="Google Shape;203;p51"/>
          <p:cNvSpPr txBox="1"/>
          <p:nvPr>
            <p:ph type="title"/>
          </p:nvPr>
        </p:nvSpPr>
        <p:spPr>
          <a:xfrm>
            <a:off x="0" y="0"/>
            <a:ext cx="12192000" cy="1296537"/>
          </a:xfrm>
          <a:prstGeom prst="rect">
            <a:avLst/>
          </a:prstGeom>
          <a:solidFill>
            <a:srgbClr val="B3C6E7">
              <a:alpha val="49803"/>
            </a:srgbClr>
          </a:solidFill>
          <a:ln>
            <a:noFill/>
          </a:ln>
        </p:spPr>
        <p:txBody>
          <a:bodyPr anchorCtr="0" anchor="ctr" bIns="45700" lIns="684000" spcFirstLastPara="1" rIns="91425" wrap="square" tIns="108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51"/>
          <p:cNvSpPr txBox="1"/>
          <p:nvPr>
            <p:ph idx="1" type="body"/>
          </p:nvPr>
        </p:nvSpPr>
        <p:spPr>
          <a:xfrm>
            <a:off x="747981" y="1812759"/>
            <a:ext cx="10905457" cy="4088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5" name="Google Shape;205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Picture with Content">
  <p:cSld name="7_Picture with Content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0" name="Google Shape;210;p52"/>
          <p:cNvCxnSpPr/>
          <p:nvPr/>
        </p:nvCxnSpPr>
        <p:spPr>
          <a:xfrm>
            <a:off x="0" y="1282700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1" name="Google Shape;211;p52"/>
          <p:cNvSpPr/>
          <p:nvPr>
            <p:ph idx="2" type="pic"/>
          </p:nvPr>
        </p:nvSpPr>
        <p:spPr>
          <a:xfrm>
            <a:off x="0" y="0"/>
            <a:ext cx="12192000" cy="6408000"/>
          </a:xfrm>
          <a:prstGeom prst="rect">
            <a:avLst/>
          </a:prstGeom>
          <a:noFill/>
          <a:ln>
            <a:noFill/>
          </a:ln>
        </p:spPr>
      </p:sp>
      <p:sp>
        <p:nvSpPr>
          <p:cNvPr id="212" name="Google Shape;212;p52"/>
          <p:cNvSpPr txBox="1"/>
          <p:nvPr>
            <p:ph type="title"/>
          </p:nvPr>
        </p:nvSpPr>
        <p:spPr>
          <a:xfrm>
            <a:off x="0" y="0"/>
            <a:ext cx="12192000" cy="1296537"/>
          </a:xfrm>
          <a:prstGeom prst="rect">
            <a:avLst/>
          </a:prstGeom>
          <a:solidFill>
            <a:srgbClr val="B3C6E7">
              <a:alpha val="49803"/>
            </a:srgbClr>
          </a:solidFill>
          <a:ln>
            <a:noFill/>
          </a:ln>
        </p:spPr>
        <p:txBody>
          <a:bodyPr anchorCtr="0" anchor="ctr" bIns="45700" lIns="684000" spcFirstLastPara="1" rIns="91425" wrap="square" tIns="108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52"/>
          <p:cNvSpPr txBox="1"/>
          <p:nvPr>
            <p:ph idx="1" type="body"/>
          </p:nvPr>
        </p:nvSpPr>
        <p:spPr>
          <a:xfrm>
            <a:off x="747981" y="1812759"/>
            <a:ext cx="10905457" cy="4088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4" name="Google Shape;214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Picture with Content">
  <p:cSld name="8_Picture with Content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9" name="Google Shape;219;p53"/>
          <p:cNvCxnSpPr/>
          <p:nvPr/>
        </p:nvCxnSpPr>
        <p:spPr>
          <a:xfrm>
            <a:off x="0" y="1282700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0" name="Google Shape;220;p53"/>
          <p:cNvSpPr/>
          <p:nvPr>
            <p:ph idx="2" type="pic"/>
          </p:nvPr>
        </p:nvSpPr>
        <p:spPr>
          <a:xfrm>
            <a:off x="0" y="0"/>
            <a:ext cx="12192000" cy="64080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53"/>
          <p:cNvSpPr txBox="1"/>
          <p:nvPr>
            <p:ph type="title"/>
          </p:nvPr>
        </p:nvSpPr>
        <p:spPr>
          <a:xfrm>
            <a:off x="0" y="0"/>
            <a:ext cx="12192000" cy="1296537"/>
          </a:xfrm>
          <a:prstGeom prst="rect">
            <a:avLst/>
          </a:prstGeom>
          <a:solidFill>
            <a:srgbClr val="B3C6E7">
              <a:alpha val="49803"/>
            </a:srgbClr>
          </a:solidFill>
          <a:ln>
            <a:noFill/>
          </a:ln>
        </p:spPr>
        <p:txBody>
          <a:bodyPr anchorCtr="0" anchor="ctr" bIns="45700" lIns="684000" spcFirstLastPara="1" rIns="91425" wrap="square" tIns="108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53"/>
          <p:cNvSpPr txBox="1"/>
          <p:nvPr>
            <p:ph idx="1" type="body"/>
          </p:nvPr>
        </p:nvSpPr>
        <p:spPr>
          <a:xfrm>
            <a:off x="747981" y="1812759"/>
            <a:ext cx="10905457" cy="4088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3" name="Google Shape;223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Picture with Content">
  <p:cSld name="9_Picture with Content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8" name="Google Shape;228;p54"/>
          <p:cNvCxnSpPr/>
          <p:nvPr/>
        </p:nvCxnSpPr>
        <p:spPr>
          <a:xfrm>
            <a:off x="0" y="1282700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9" name="Google Shape;229;p54"/>
          <p:cNvSpPr/>
          <p:nvPr>
            <p:ph idx="2" type="pic"/>
          </p:nvPr>
        </p:nvSpPr>
        <p:spPr>
          <a:xfrm>
            <a:off x="0" y="0"/>
            <a:ext cx="12192000" cy="6408000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54"/>
          <p:cNvSpPr txBox="1"/>
          <p:nvPr>
            <p:ph type="title"/>
          </p:nvPr>
        </p:nvSpPr>
        <p:spPr>
          <a:xfrm>
            <a:off x="0" y="0"/>
            <a:ext cx="12192000" cy="1296537"/>
          </a:xfrm>
          <a:prstGeom prst="rect">
            <a:avLst/>
          </a:prstGeom>
          <a:solidFill>
            <a:srgbClr val="B3C6E7">
              <a:alpha val="49803"/>
            </a:srgbClr>
          </a:solidFill>
          <a:ln>
            <a:noFill/>
          </a:ln>
        </p:spPr>
        <p:txBody>
          <a:bodyPr anchorCtr="0" anchor="ctr" bIns="45700" lIns="684000" spcFirstLastPara="1" rIns="91425" wrap="square" tIns="108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54"/>
          <p:cNvSpPr txBox="1"/>
          <p:nvPr>
            <p:ph idx="1" type="body"/>
          </p:nvPr>
        </p:nvSpPr>
        <p:spPr>
          <a:xfrm>
            <a:off x="747981" y="1812759"/>
            <a:ext cx="10905457" cy="4088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2" name="Google Shape;232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Picture with Content">
  <p:cSld name="10_Picture with Content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55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7" name="Google Shape;237;p55"/>
          <p:cNvCxnSpPr/>
          <p:nvPr/>
        </p:nvCxnSpPr>
        <p:spPr>
          <a:xfrm>
            <a:off x="0" y="1282700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8" name="Google Shape;238;p55"/>
          <p:cNvSpPr/>
          <p:nvPr>
            <p:ph idx="2" type="pic"/>
          </p:nvPr>
        </p:nvSpPr>
        <p:spPr>
          <a:xfrm>
            <a:off x="0" y="0"/>
            <a:ext cx="12192000" cy="6408000"/>
          </a:xfrm>
          <a:prstGeom prst="rect">
            <a:avLst/>
          </a:prstGeom>
          <a:noFill/>
          <a:ln>
            <a:noFill/>
          </a:ln>
        </p:spPr>
      </p:sp>
      <p:sp>
        <p:nvSpPr>
          <p:cNvPr id="239" name="Google Shape;239;p55"/>
          <p:cNvSpPr txBox="1"/>
          <p:nvPr>
            <p:ph type="title"/>
          </p:nvPr>
        </p:nvSpPr>
        <p:spPr>
          <a:xfrm>
            <a:off x="0" y="0"/>
            <a:ext cx="12192000" cy="1296537"/>
          </a:xfrm>
          <a:prstGeom prst="rect">
            <a:avLst/>
          </a:prstGeom>
          <a:solidFill>
            <a:srgbClr val="B3C6E7">
              <a:alpha val="49803"/>
            </a:srgbClr>
          </a:solidFill>
          <a:ln>
            <a:noFill/>
          </a:ln>
        </p:spPr>
        <p:txBody>
          <a:bodyPr anchorCtr="0" anchor="ctr" bIns="45700" lIns="684000" spcFirstLastPara="1" rIns="91425" wrap="square" tIns="108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55"/>
          <p:cNvSpPr txBox="1"/>
          <p:nvPr>
            <p:ph idx="1" type="body"/>
          </p:nvPr>
        </p:nvSpPr>
        <p:spPr>
          <a:xfrm>
            <a:off x="747981" y="1812759"/>
            <a:ext cx="10905457" cy="4088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1" name="Google Shape;241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Picture with Content">
  <p:cSld name="11_Picture with Content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5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6" name="Google Shape;246;p56"/>
          <p:cNvCxnSpPr/>
          <p:nvPr/>
        </p:nvCxnSpPr>
        <p:spPr>
          <a:xfrm>
            <a:off x="0" y="1282700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7" name="Google Shape;247;p56"/>
          <p:cNvSpPr/>
          <p:nvPr>
            <p:ph idx="2" type="pic"/>
          </p:nvPr>
        </p:nvSpPr>
        <p:spPr>
          <a:xfrm>
            <a:off x="0" y="0"/>
            <a:ext cx="12192000" cy="6408000"/>
          </a:xfrm>
          <a:prstGeom prst="rect">
            <a:avLst/>
          </a:prstGeom>
          <a:noFill/>
          <a:ln>
            <a:noFill/>
          </a:ln>
        </p:spPr>
      </p:sp>
      <p:sp>
        <p:nvSpPr>
          <p:cNvPr id="248" name="Google Shape;248;p56"/>
          <p:cNvSpPr txBox="1"/>
          <p:nvPr>
            <p:ph type="title"/>
          </p:nvPr>
        </p:nvSpPr>
        <p:spPr>
          <a:xfrm>
            <a:off x="0" y="0"/>
            <a:ext cx="12192000" cy="1296537"/>
          </a:xfrm>
          <a:prstGeom prst="rect">
            <a:avLst/>
          </a:prstGeom>
          <a:solidFill>
            <a:srgbClr val="B3C6E7">
              <a:alpha val="49803"/>
            </a:srgbClr>
          </a:solidFill>
          <a:ln>
            <a:noFill/>
          </a:ln>
        </p:spPr>
        <p:txBody>
          <a:bodyPr anchorCtr="0" anchor="ctr" bIns="45700" lIns="684000" spcFirstLastPara="1" rIns="91425" wrap="square" tIns="108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56"/>
          <p:cNvSpPr txBox="1"/>
          <p:nvPr>
            <p:ph idx="1" type="body"/>
          </p:nvPr>
        </p:nvSpPr>
        <p:spPr>
          <a:xfrm>
            <a:off x="747981" y="1812759"/>
            <a:ext cx="10905457" cy="4088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0" name="Google Shape;250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Picture with Content">
  <p:cSld name="12_Picture with Content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7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5" name="Google Shape;255;p57"/>
          <p:cNvCxnSpPr/>
          <p:nvPr/>
        </p:nvCxnSpPr>
        <p:spPr>
          <a:xfrm>
            <a:off x="0" y="1282700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6" name="Google Shape;256;p57"/>
          <p:cNvSpPr/>
          <p:nvPr>
            <p:ph idx="2" type="pic"/>
          </p:nvPr>
        </p:nvSpPr>
        <p:spPr>
          <a:xfrm>
            <a:off x="0" y="0"/>
            <a:ext cx="12192000" cy="6408000"/>
          </a:xfrm>
          <a:prstGeom prst="rect">
            <a:avLst/>
          </a:prstGeom>
          <a:noFill/>
          <a:ln>
            <a:noFill/>
          </a:ln>
        </p:spPr>
      </p:sp>
      <p:sp>
        <p:nvSpPr>
          <p:cNvPr id="257" name="Google Shape;257;p57"/>
          <p:cNvSpPr txBox="1"/>
          <p:nvPr>
            <p:ph type="title"/>
          </p:nvPr>
        </p:nvSpPr>
        <p:spPr>
          <a:xfrm>
            <a:off x="0" y="0"/>
            <a:ext cx="12192000" cy="1296537"/>
          </a:xfrm>
          <a:prstGeom prst="rect">
            <a:avLst/>
          </a:prstGeom>
          <a:solidFill>
            <a:srgbClr val="B3C6E7">
              <a:alpha val="49803"/>
            </a:srgbClr>
          </a:solidFill>
          <a:ln>
            <a:noFill/>
          </a:ln>
        </p:spPr>
        <p:txBody>
          <a:bodyPr anchorCtr="0" anchor="ctr" bIns="45700" lIns="684000" spcFirstLastPara="1" rIns="91425" wrap="square" tIns="108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57"/>
          <p:cNvSpPr txBox="1"/>
          <p:nvPr>
            <p:ph idx="1" type="body"/>
          </p:nvPr>
        </p:nvSpPr>
        <p:spPr>
          <a:xfrm>
            <a:off x="747981" y="1812759"/>
            <a:ext cx="10905457" cy="4088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9" name="Google Shape;259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Picture with Content">
  <p:cSld name="13_Picture with Content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4" name="Google Shape;264;p58"/>
          <p:cNvCxnSpPr/>
          <p:nvPr/>
        </p:nvCxnSpPr>
        <p:spPr>
          <a:xfrm>
            <a:off x="0" y="1282700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5" name="Google Shape;265;p58"/>
          <p:cNvSpPr/>
          <p:nvPr>
            <p:ph idx="2" type="pic"/>
          </p:nvPr>
        </p:nvSpPr>
        <p:spPr>
          <a:xfrm>
            <a:off x="0" y="0"/>
            <a:ext cx="12192000" cy="6408000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58"/>
          <p:cNvSpPr txBox="1"/>
          <p:nvPr>
            <p:ph type="title"/>
          </p:nvPr>
        </p:nvSpPr>
        <p:spPr>
          <a:xfrm>
            <a:off x="0" y="0"/>
            <a:ext cx="12192000" cy="1296537"/>
          </a:xfrm>
          <a:prstGeom prst="rect">
            <a:avLst/>
          </a:prstGeom>
          <a:solidFill>
            <a:srgbClr val="B3C6E7">
              <a:alpha val="49803"/>
            </a:srgbClr>
          </a:solidFill>
          <a:ln>
            <a:noFill/>
          </a:ln>
        </p:spPr>
        <p:txBody>
          <a:bodyPr anchorCtr="0" anchor="ctr" bIns="45700" lIns="684000" spcFirstLastPara="1" rIns="91425" wrap="square" tIns="108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58"/>
          <p:cNvSpPr txBox="1"/>
          <p:nvPr>
            <p:ph idx="1" type="body"/>
          </p:nvPr>
        </p:nvSpPr>
        <p:spPr>
          <a:xfrm>
            <a:off x="747981" y="1812759"/>
            <a:ext cx="10905457" cy="4088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8" name="Google Shape;268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Picture with Content">
  <p:cSld name="14_Picture with Conten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5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3" name="Google Shape;273;p59"/>
          <p:cNvCxnSpPr/>
          <p:nvPr/>
        </p:nvCxnSpPr>
        <p:spPr>
          <a:xfrm>
            <a:off x="0" y="1282700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4" name="Google Shape;274;p59"/>
          <p:cNvSpPr/>
          <p:nvPr>
            <p:ph idx="2" type="pic"/>
          </p:nvPr>
        </p:nvSpPr>
        <p:spPr>
          <a:xfrm>
            <a:off x="0" y="0"/>
            <a:ext cx="12192000" cy="6408000"/>
          </a:xfrm>
          <a:prstGeom prst="rect">
            <a:avLst/>
          </a:prstGeom>
          <a:noFill/>
          <a:ln>
            <a:noFill/>
          </a:ln>
        </p:spPr>
      </p:sp>
      <p:sp>
        <p:nvSpPr>
          <p:cNvPr id="275" name="Google Shape;275;p59"/>
          <p:cNvSpPr txBox="1"/>
          <p:nvPr>
            <p:ph type="title"/>
          </p:nvPr>
        </p:nvSpPr>
        <p:spPr>
          <a:xfrm>
            <a:off x="0" y="0"/>
            <a:ext cx="12192000" cy="1296537"/>
          </a:xfrm>
          <a:prstGeom prst="rect">
            <a:avLst/>
          </a:prstGeom>
          <a:solidFill>
            <a:srgbClr val="B3C6E7">
              <a:alpha val="49803"/>
            </a:srgbClr>
          </a:solidFill>
          <a:ln>
            <a:noFill/>
          </a:ln>
        </p:spPr>
        <p:txBody>
          <a:bodyPr anchorCtr="0" anchor="ctr" bIns="45700" lIns="684000" spcFirstLastPara="1" rIns="91425" wrap="square" tIns="108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p59"/>
          <p:cNvSpPr txBox="1"/>
          <p:nvPr>
            <p:ph idx="1" type="body"/>
          </p:nvPr>
        </p:nvSpPr>
        <p:spPr>
          <a:xfrm>
            <a:off x="747981" y="1812759"/>
            <a:ext cx="10905457" cy="4088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7" name="Google Shape;277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Picture with Content">
  <p:cSld name="15_Picture with Content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60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2" name="Google Shape;282;p60"/>
          <p:cNvCxnSpPr/>
          <p:nvPr/>
        </p:nvCxnSpPr>
        <p:spPr>
          <a:xfrm>
            <a:off x="0" y="1282700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3" name="Google Shape;283;p60"/>
          <p:cNvSpPr/>
          <p:nvPr>
            <p:ph idx="2" type="pic"/>
          </p:nvPr>
        </p:nvSpPr>
        <p:spPr>
          <a:xfrm>
            <a:off x="0" y="0"/>
            <a:ext cx="12192000" cy="6408000"/>
          </a:xfrm>
          <a:prstGeom prst="rect">
            <a:avLst/>
          </a:prstGeom>
          <a:noFill/>
          <a:ln>
            <a:noFill/>
          </a:ln>
        </p:spPr>
      </p:sp>
      <p:sp>
        <p:nvSpPr>
          <p:cNvPr id="284" name="Google Shape;284;p60"/>
          <p:cNvSpPr txBox="1"/>
          <p:nvPr>
            <p:ph type="title"/>
          </p:nvPr>
        </p:nvSpPr>
        <p:spPr>
          <a:xfrm>
            <a:off x="0" y="0"/>
            <a:ext cx="12192000" cy="1296537"/>
          </a:xfrm>
          <a:prstGeom prst="rect">
            <a:avLst/>
          </a:prstGeom>
          <a:solidFill>
            <a:srgbClr val="B3C6E7">
              <a:alpha val="49803"/>
            </a:srgbClr>
          </a:solidFill>
          <a:ln>
            <a:noFill/>
          </a:ln>
        </p:spPr>
        <p:txBody>
          <a:bodyPr anchorCtr="0" anchor="ctr" bIns="45700" lIns="684000" spcFirstLastPara="1" rIns="91425" wrap="square" tIns="108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60"/>
          <p:cNvSpPr txBox="1"/>
          <p:nvPr>
            <p:ph idx="1" type="body"/>
          </p:nvPr>
        </p:nvSpPr>
        <p:spPr>
          <a:xfrm>
            <a:off x="747981" y="1812759"/>
            <a:ext cx="10905457" cy="4088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6" name="Google Shape;286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Picture with Content">
  <p:cSld name="16_Picture with Content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6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1" name="Google Shape;291;p61"/>
          <p:cNvCxnSpPr/>
          <p:nvPr/>
        </p:nvCxnSpPr>
        <p:spPr>
          <a:xfrm>
            <a:off x="0" y="1282700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2" name="Google Shape;292;p61"/>
          <p:cNvSpPr/>
          <p:nvPr>
            <p:ph idx="2" type="pic"/>
          </p:nvPr>
        </p:nvSpPr>
        <p:spPr>
          <a:xfrm>
            <a:off x="0" y="0"/>
            <a:ext cx="12192000" cy="6408000"/>
          </a:xfrm>
          <a:prstGeom prst="rect">
            <a:avLst/>
          </a:prstGeom>
          <a:noFill/>
          <a:ln>
            <a:noFill/>
          </a:ln>
        </p:spPr>
      </p:sp>
      <p:sp>
        <p:nvSpPr>
          <p:cNvPr id="293" name="Google Shape;293;p61"/>
          <p:cNvSpPr txBox="1"/>
          <p:nvPr>
            <p:ph type="title"/>
          </p:nvPr>
        </p:nvSpPr>
        <p:spPr>
          <a:xfrm>
            <a:off x="0" y="0"/>
            <a:ext cx="12192000" cy="1296537"/>
          </a:xfrm>
          <a:prstGeom prst="rect">
            <a:avLst/>
          </a:prstGeom>
          <a:solidFill>
            <a:srgbClr val="B3C6E7">
              <a:alpha val="49803"/>
            </a:srgbClr>
          </a:solidFill>
          <a:ln>
            <a:noFill/>
          </a:ln>
        </p:spPr>
        <p:txBody>
          <a:bodyPr anchorCtr="0" anchor="ctr" bIns="45700" lIns="684000" spcFirstLastPara="1" rIns="91425" wrap="square" tIns="108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61"/>
          <p:cNvSpPr txBox="1"/>
          <p:nvPr>
            <p:ph idx="1" type="body"/>
          </p:nvPr>
        </p:nvSpPr>
        <p:spPr>
          <a:xfrm>
            <a:off x="747981" y="1812759"/>
            <a:ext cx="10905457" cy="4088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5" name="Google Shape;295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Picture with Content">
  <p:cSld name="17_Picture with Content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6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0" name="Google Shape;300;p62"/>
          <p:cNvCxnSpPr/>
          <p:nvPr/>
        </p:nvCxnSpPr>
        <p:spPr>
          <a:xfrm>
            <a:off x="0" y="1282700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1" name="Google Shape;301;p62"/>
          <p:cNvSpPr/>
          <p:nvPr>
            <p:ph idx="2" type="pic"/>
          </p:nvPr>
        </p:nvSpPr>
        <p:spPr>
          <a:xfrm>
            <a:off x="0" y="0"/>
            <a:ext cx="12192000" cy="64080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62"/>
          <p:cNvSpPr txBox="1"/>
          <p:nvPr>
            <p:ph type="title"/>
          </p:nvPr>
        </p:nvSpPr>
        <p:spPr>
          <a:xfrm>
            <a:off x="0" y="0"/>
            <a:ext cx="12192000" cy="1296537"/>
          </a:xfrm>
          <a:prstGeom prst="rect">
            <a:avLst/>
          </a:prstGeom>
          <a:solidFill>
            <a:srgbClr val="B3C6E7">
              <a:alpha val="49803"/>
            </a:srgbClr>
          </a:solidFill>
          <a:ln>
            <a:noFill/>
          </a:ln>
        </p:spPr>
        <p:txBody>
          <a:bodyPr anchorCtr="0" anchor="ctr" bIns="45700" lIns="684000" spcFirstLastPara="1" rIns="91425" wrap="square" tIns="108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3" name="Google Shape;303;p62"/>
          <p:cNvSpPr txBox="1"/>
          <p:nvPr>
            <p:ph idx="1" type="body"/>
          </p:nvPr>
        </p:nvSpPr>
        <p:spPr>
          <a:xfrm>
            <a:off x="747981" y="1812759"/>
            <a:ext cx="10905457" cy="4088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4" name="Google Shape;304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Picture with Content">
  <p:cSld name="18_Picture with Content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9" name="Google Shape;309;p63"/>
          <p:cNvCxnSpPr/>
          <p:nvPr/>
        </p:nvCxnSpPr>
        <p:spPr>
          <a:xfrm>
            <a:off x="0" y="1282700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0" name="Google Shape;310;p63"/>
          <p:cNvSpPr/>
          <p:nvPr>
            <p:ph idx="2" type="pic"/>
          </p:nvPr>
        </p:nvSpPr>
        <p:spPr>
          <a:xfrm>
            <a:off x="0" y="0"/>
            <a:ext cx="12192000" cy="6408000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63"/>
          <p:cNvSpPr txBox="1"/>
          <p:nvPr>
            <p:ph type="title"/>
          </p:nvPr>
        </p:nvSpPr>
        <p:spPr>
          <a:xfrm>
            <a:off x="0" y="0"/>
            <a:ext cx="12192000" cy="1296537"/>
          </a:xfrm>
          <a:prstGeom prst="rect">
            <a:avLst/>
          </a:prstGeom>
          <a:solidFill>
            <a:srgbClr val="B3C6E7">
              <a:alpha val="49803"/>
            </a:srgbClr>
          </a:solidFill>
          <a:ln>
            <a:noFill/>
          </a:ln>
        </p:spPr>
        <p:txBody>
          <a:bodyPr anchorCtr="0" anchor="ctr" bIns="45700" lIns="684000" spcFirstLastPara="1" rIns="91425" wrap="square" tIns="108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63"/>
          <p:cNvSpPr txBox="1"/>
          <p:nvPr>
            <p:ph idx="1" type="body"/>
          </p:nvPr>
        </p:nvSpPr>
        <p:spPr>
          <a:xfrm>
            <a:off x="747981" y="1812759"/>
            <a:ext cx="10905457" cy="4088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3" name="Google Shape;313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Picture with Content">
  <p:cSld name="19_Picture with Content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6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8" name="Google Shape;318;p64"/>
          <p:cNvCxnSpPr/>
          <p:nvPr/>
        </p:nvCxnSpPr>
        <p:spPr>
          <a:xfrm>
            <a:off x="0" y="1282700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9" name="Google Shape;319;p64"/>
          <p:cNvSpPr/>
          <p:nvPr>
            <p:ph idx="2" type="pic"/>
          </p:nvPr>
        </p:nvSpPr>
        <p:spPr>
          <a:xfrm>
            <a:off x="0" y="0"/>
            <a:ext cx="12192000" cy="6408000"/>
          </a:xfrm>
          <a:prstGeom prst="rect">
            <a:avLst/>
          </a:prstGeom>
          <a:noFill/>
          <a:ln>
            <a:noFill/>
          </a:ln>
        </p:spPr>
      </p:sp>
      <p:sp>
        <p:nvSpPr>
          <p:cNvPr id="320" name="Google Shape;320;p64"/>
          <p:cNvSpPr txBox="1"/>
          <p:nvPr>
            <p:ph type="title"/>
          </p:nvPr>
        </p:nvSpPr>
        <p:spPr>
          <a:xfrm>
            <a:off x="0" y="0"/>
            <a:ext cx="12192000" cy="1296537"/>
          </a:xfrm>
          <a:prstGeom prst="rect">
            <a:avLst/>
          </a:prstGeom>
          <a:solidFill>
            <a:srgbClr val="B3C6E7">
              <a:alpha val="49803"/>
            </a:srgbClr>
          </a:solidFill>
          <a:ln>
            <a:noFill/>
          </a:ln>
        </p:spPr>
        <p:txBody>
          <a:bodyPr anchorCtr="0" anchor="ctr" bIns="45700" lIns="684000" spcFirstLastPara="1" rIns="91425" wrap="square" tIns="108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1" name="Google Shape;321;p64"/>
          <p:cNvSpPr txBox="1"/>
          <p:nvPr>
            <p:ph idx="1" type="body"/>
          </p:nvPr>
        </p:nvSpPr>
        <p:spPr>
          <a:xfrm>
            <a:off x="747981" y="1812759"/>
            <a:ext cx="10905457" cy="4088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2" name="Google Shape;322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3" name="Google Shape;323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26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28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29" Type="http://schemas.openxmlformats.org/officeDocument/2006/relationships/slideLayout" Target="../slideLayouts/slideLayout30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31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12.xml"/><Relationship Id="rId3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14.xml"/><Relationship Id="rId35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13.xml"/><Relationship Id="rId34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16.xml"/><Relationship Id="rId37" Type="http://schemas.openxmlformats.org/officeDocument/2006/relationships/theme" Target="../theme/theme1.xml"/><Relationship Id="rId14" Type="http://schemas.openxmlformats.org/officeDocument/2006/relationships/slideLayout" Target="../slideLayouts/slideLayout15.xml"/><Relationship Id="rId36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3.jp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wo women engineers in the laboratory" id="330" name="Google Shape;33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"/>
          <p:cNvSpPr/>
          <p:nvPr/>
        </p:nvSpPr>
        <p:spPr>
          <a:xfrm>
            <a:off x="1588" y="4914900"/>
            <a:ext cx="12188825" cy="19431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"/>
          <p:cNvSpPr txBox="1"/>
          <p:nvPr>
            <p:ph type="ctrTitle"/>
          </p:nvPr>
        </p:nvSpPr>
        <p:spPr>
          <a:xfrm>
            <a:off x="828675" y="5121275"/>
            <a:ext cx="7137400" cy="1279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800">
                <a:solidFill>
                  <a:srgbClr val="FFFFFF"/>
                </a:solidFill>
              </a:rPr>
              <a:t>Pengantar Industri Otomotif (PIO)</a:t>
            </a:r>
            <a:br>
              <a:rPr lang="en-ID" sz="4800">
                <a:solidFill>
                  <a:srgbClr val="FFFFFF"/>
                </a:solidFill>
              </a:rPr>
            </a:br>
            <a:r>
              <a:rPr lang="en-ID" sz="2200">
                <a:solidFill>
                  <a:srgbClr val="FFFFFF"/>
                </a:solidFill>
              </a:rPr>
              <a:t>PROGRAM STUDI SISTEM INFORMASI INDUSTRI OTOMOTIF</a:t>
            </a:r>
            <a:endParaRPr sz="4800">
              <a:solidFill>
                <a:srgbClr val="FFFFFF"/>
              </a:solidFill>
            </a:endParaRPr>
          </a:p>
        </p:txBody>
      </p:sp>
      <p:sp>
        <p:nvSpPr>
          <p:cNvPr id="333" name="Google Shape;333;p1"/>
          <p:cNvSpPr txBox="1"/>
          <p:nvPr>
            <p:ph idx="1" type="subTitle"/>
          </p:nvPr>
        </p:nvSpPr>
        <p:spPr>
          <a:xfrm>
            <a:off x="8289925" y="5165725"/>
            <a:ext cx="3073400" cy="1189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ID">
                <a:latin typeface="Calibri"/>
                <a:ea typeface="Calibri"/>
                <a:cs typeface="Calibri"/>
                <a:sym typeface="Calibri"/>
              </a:rPr>
              <a:t>Mengenal Industri Otomotif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4" name="Google Shape;334;p1"/>
          <p:cNvCxnSpPr/>
          <p:nvPr/>
        </p:nvCxnSpPr>
        <p:spPr>
          <a:xfrm rot="-5400000">
            <a:off x="7531894" y="5760244"/>
            <a:ext cx="118903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35" name="Google Shape;33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32775" y="250825"/>
            <a:ext cx="2574925" cy="77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22013" y="106363"/>
            <a:ext cx="1062037" cy="118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wo women engineers in the laboratory" id="342" name="Google Shape;34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"/>
          <p:cNvSpPr/>
          <p:nvPr/>
        </p:nvSpPr>
        <p:spPr>
          <a:xfrm>
            <a:off x="1588" y="4914900"/>
            <a:ext cx="12188825" cy="19431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"/>
          <p:cNvSpPr txBox="1"/>
          <p:nvPr>
            <p:ph idx="1" type="subTitle"/>
          </p:nvPr>
        </p:nvSpPr>
        <p:spPr>
          <a:xfrm>
            <a:off x="8289925" y="5165725"/>
            <a:ext cx="3902075" cy="1585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n-ID" sz="1500"/>
              <a:t>Prepared by:</a:t>
            </a:r>
            <a:endParaRPr/>
          </a:p>
          <a:p>
            <a:pPr indent="-342900" lvl="0" marL="3429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AutoNum type="arabicPeriod"/>
            </a:pPr>
            <a:r>
              <a:rPr lang="en-ID" sz="1400"/>
              <a:t>Dr. Siti Aisyah, S.T., M.T.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ID" sz="1400"/>
              <a:t>Sumber :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ID" sz="1400"/>
              <a:t>Hanwar Ahyadi - ISTN</a:t>
            </a:r>
            <a:endParaRPr/>
          </a:p>
        </p:txBody>
      </p:sp>
      <p:cxnSp>
        <p:nvCxnSpPr>
          <p:cNvPr id="345" name="Google Shape;345;p2"/>
          <p:cNvCxnSpPr/>
          <p:nvPr/>
        </p:nvCxnSpPr>
        <p:spPr>
          <a:xfrm rot="-5400000">
            <a:off x="7531894" y="5760244"/>
            <a:ext cx="118903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46" name="Google Shape;34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32775" y="250825"/>
            <a:ext cx="2574925" cy="77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22013" y="106363"/>
            <a:ext cx="1062037" cy="118427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"/>
          <p:cNvSpPr txBox="1"/>
          <p:nvPr/>
        </p:nvSpPr>
        <p:spPr>
          <a:xfrm>
            <a:off x="828675" y="5121275"/>
            <a:ext cx="7137400" cy="1279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Pengantar Industri Otomotif </a:t>
            </a:r>
            <a:r>
              <a:rPr b="0" i="0" lang="en-ID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PROGRAM STUDI TEKNIK INDUSTRI OTOMOTIF</a:t>
            </a:r>
            <a:endParaRPr b="0" i="0" sz="4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erson using a computer" id="354" name="Google Shape;354;p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04700" cy="64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"/>
          <p:cNvSpPr txBox="1"/>
          <p:nvPr>
            <p:ph type="title"/>
          </p:nvPr>
        </p:nvSpPr>
        <p:spPr>
          <a:xfrm>
            <a:off x="0" y="0"/>
            <a:ext cx="12192000" cy="1296988"/>
          </a:xfrm>
          <a:prstGeom prst="rect">
            <a:avLst/>
          </a:prstGeom>
          <a:solidFill>
            <a:srgbClr val="B3C6E7">
              <a:alpha val="49803"/>
            </a:srgbClr>
          </a:solidFill>
          <a:ln>
            <a:noFill/>
          </a:ln>
        </p:spPr>
        <p:txBody>
          <a:bodyPr anchorCtr="0" anchor="ctr" bIns="45700" lIns="720000" spcFirstLastPara="1" rIns="91425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>
                <a:solidFill>
                  <a:srgbClr val="3F3F3F"/>
                </a:solidFill>
              </a:rPr>
              <a:t>Course Outline</a:t>
            </a:r>
            <a:endParaRPr>
              <a:solidFill>
                <a:srgbClr val="3F3F3F"/>
              </a:solidFill>
            </a:endParaRPr>
          </a:p>
        </p:txBody>
      </p:sp>
      <p:pic>
        <p:nvPicPr>
          <p:cNvPr descr="Woman with laptop" id="356" name="Google Shape;356;p3"/>
          <p:cNvPicPr preferRelativeResize="0"/>
          <p:nvPr>
            <p:ph idx="3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1985963"/>
            <a:ext cx="5357813" cy="3748087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D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8" name="Google Shape;35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32775" y="250825"/>
            <a:ext cx="2574925" cy="77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22013" y="106363"/>
            <a:ext cx="1062037" cy="1184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0" name="Google Shape;360;p3"/>
          <p:cNvGrpSpPr/>
          <p:nvPr/>
        </p:nvGrpSpPr>
        <p:grpSpPr>
          <a:xfrm>
            <a:off x="744538" y="1838548"/>
            <a:ext cx="4954587" cy="3696841"/>
            <a:chOff x="0" y="25623"/>
            <a:chExt cx="4954587" cy="3696841"/>
          </a:xfrm>
        </p:grpSpPr>
        <p:sp>
          <p:nvSpPr>
            <p:cNvPr id="361" name="Google Shape;361;p3"/>
            <p:cNvSpPr/>
            <p:nvPr/>
          </p:nvSpPr>
          <p:spPr>
            <a:xfrm>
              <a:off x="0" y="335583"/>
              <a:ext cx="4954587" cy="5292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127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3"/>
            <p:cNvSpPr/>
            <p:nvPr/>
          </p:nvSpPr>
          <p:spPr>
            <a:xfrm>
              <a:off x="247729" y="25623"/>
              <a:ext cx="3468210" cy="619920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3"/>
            <p:cNvSpPr txBox="1"/>
            <p:nvPr/>
          </p:nvSpPr>
          <p:spPr>
            <a:xfrm>
              <a:off x="277991" y="55885"/>
              <a:ext cx="3407686" cy="5593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31075" spcFirstLastPara="1" rIns="1310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b="0" i="0" lang="en-ID" sz="2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Pengertian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3"/>
            <p:cNvSpPr/>
            <p:nvPr/>
          </p:nvSpPr>
          <p:spPr>
            <a:xfrm>
              <a:off x="0" y="1288143"/>
              <a:ext cx="4954587" cy="5292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12700">
              <a:solidFill>
                <a:srgbClr val="65EE1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3"/>
            <p:cNvSpPr/>
            <p:nvPr/>
          </p:nvSpPr>
          <p:spPr>
            <a:xfrm>
              <a:off x="247729" y="978183"/>
              <a:ext cx="3468210" cy="619920"/>
            </a:xfrm>
            <a:prstGeom prst="roundRect">
              <a:avLst>
                <a:gd fmla="val 16667" name="adj"/>
              </a:avLst>
            </a:prstGeom>
            <a:solidFill>
              <a:srgbClr val="65EE1F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3"/>
            <p:cNvSpPr txBox="1"/>
            <p:nvPr/>
          </p:nvSpPr>
          <p:spPr>
            <a:xfrm>
              <a:off x="277991" y="1008445"/>
              <a:ext cx="3407686" cy="5593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31075" spcFirstLastPara="1" rIns="1310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b="0" i="0" lang="en-ID" sz="2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Sejarah</a:t>
              </a:r>
              <a:endParaRPr/>
            </a:p>
          </p:txBody>
        </p:sp>
        <p:sp>
          <p:nvSpPr>
            <p:cNvPr id="367" name="Google Shape;367;p3"/>
            <p:cNvSpPr/>
            <p:nvPr/>
          </p:nvSpPr>
          <p:spPr>
            <a:xfrm>
              <a:off x="0" y="2240704"/>
              <a:ext cx="4954587" cy="5292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12700">
              <a:solidFill>
                <a:srgbClr val="3DE19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3"/>
            <p:cNvSpPr/>
            <p:nvPr/>
          </p:nvSpPr>
          <p:spPr>
            <a:xfrm>
              <a:off x="247729" y="1930743"/>
              <a:ext cx="3468210" cy="619920"/>
            </a:xfrm>
            <a:prstGeom prst="roundRect">
              <a:avLst>
                <a:gd fmla="val 16667" name="adj"/>
              </a:avLst>
            </a:prstGeom>
            <a:solidFill>
              <a:srgbClr val="3DE199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3"/>
            <p:cNvSpPr txBox="1"/>
            <p:nvPr/>
          </p:nvSpPr>
          <p:spPr>
            <a:xfrm>
              <a:off x="277991" y="1961005"/>
              <a:ext cx="3407686" cy="5593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31075" spcFirstLastPara="1" rIns="1310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b="0" i="0" lang="en-ID" sz="2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Perkembangan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3"/>
            <p:cNvSpPr/>
            <p:nvPr/>
          </p:nvSpPr>
          <p:spPr>
            <a:xfrm>
              <a:off x="0" y="3193264"/>
              <a:ext cx="4954587" cy="5292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12700">
              <a:solidFill>
                <a:srgbClr val="5999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3"/>
            <p:cNvSpPr/>
            <p:nvPr/>
          </p:nvSpPr>
          <p:spPr>
            <a:xfrm>
              <a:off x="247729" y="2883304"/>
              <a:ext cx="3468210" cy="619920"/>
            </a:xfrm>
            <a:prstGeom prst="roundRect">
              <a:avLst>
                <a:gd fmla="val 16667" name="adj"/>
              </a:avLst>
            </a:prstGeom>
            <a:solidFill>
              <a:srgbClr val="5999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3"/>
            <p:cNvSpPr txBox="1"/>
            <p:nvPr/>
          </p:nvSpPr>
          <p:spPr>
            <a:xfrm>
              <a:off x="277991" y="2913566"/>
              <a:ext cx="3407686" cy="5593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31075" spcFirstLastPara="1" rIns="1310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b="0" i="0" lang="en-ID" sz="2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Standar Otomotif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3" name="Google Shape;373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/>
              <a:t>Pengantar Industri Otomotif (PIO)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n shows something on laptop" id="379" name="Google Shape;379;p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04700" cy="64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4"/>
          <p:cNvSpPr txBox="1"/>
          <p:nvPr>
            <p:ph type="title"/>
          </p:nvPr>
        </p:nvSpPr>
        <p:spPr>
          <a:xfrm>
            <a:off x="0" y="0"/>
            <a:ext cx="12192000" cy="1296988"/>
          </a:xfrm>
          <a:prstGeom prst="rect">
            <a:avLst/>
          </a:prstGeom>
          <a:solidFill>
            <a:srgbClr val="B3C6E7">
              <a:alpha val="49803"/>
            </a:srgbClr>
          </a:solidFill>
          <a:ln>
            <a:noFill/>
          </a:ln>
        </p:spPr>
        <p:txBody>
          <a:bodyPr anchorCtr="0" anchor="ctr" bIns="45700" lIns="684000" spcFirstLastPara="1" rIns="91425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>
                <a:solidFill>
                  <a:srgbClr val="3F3F3F"/>
                </a:solidFill>
              </a:rPr>
              <a:t>Pengertian Otomotif</a:t>
            </a:r>
            <a:endParaRPr>
              <a:solidFill>
                <a:srgbClr val="3F3F3F"/>
              </a:solidFill>
            </a:endParaRPr>
          </a:p>
        </p:txBody>
      </p:sp>
      <p:sp>
        <p:nvSpPr>
          <p:cNvPr id="381" name="Google Shape;381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D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2" name="Google Shape;38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32775" y="250825"/>
            <a:ext cx="2574925" cy="77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22013" y="106363"/>
            <a:ext cx="1062037" cy="1184275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4"/>
          <p:cNvSpPr txBox="1"/>
          <p:nvPr>
            <p:ph idx="1" type="body"/>
          </p:nvPr>
        </p:nvSpPr>
        <p:spPr>
          <a:xfrm>
            <a:off x="556664" y="1377157"/>
            <a:ext cx="11078672" cy="4899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700"/>
              <a:buNone/>
            </a:pPr>
            <a:r>
              <a:rPr b="0" i="0" lang="en-ID" sz="2700" u="none" strike="noStrike">
                <a:solidFill>
                  <a:srgbClr val="212121"/>
                </a:solidFill>
              </a:rPr>
              <a:t>Berdasarkan tata bahasa, kata “otomotif” berasal dari 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</a:pPr>
            <a:r>
              <a:t/>
            </a:r>
            <a:endParaRPr b="0" i="0" sz="2700" u="none" strike="noStrike">
              <a:solidFill>
                <a:srgbClr val="212121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2700"/>
              <a:buFont typeface="Arial"/>
              <a:buChar char="•"/>
            </a:pPr>
            <a:r>
              <a:rPr b="0" i="0" lang="en-ID" sz="2700" u="none" strike="noStrike">
                <a:solidFill>
                  <a:srgbClr val="212121"/>
                </a:solidFill>
              </a:rPr>
              <a:t>bahasa Yunani yaitu “autos” yang berarti : diri, dan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2700"/>
              <a:buFont typeface="Arial"/>
              <a:buChar char="•"/>
            </a:pPr>
            <a:r>
              <a:rPr b="0" i="0" lang="en-ID" sz="2700" u="none" strike="noStrike">
                <a:solidFill>
                  <a:srgbClr val="212121"/>
                </a:solidFill>
              </a:rPr>
              <a:t>bahasa Latin “motivus” dengan arti : gerak</a:t>
            </a:r>
            <a:endParaRPr b="0" i="0" sz="2700" u="none" strike="noStrike">
              <a:solidFill>
                <a:srgbClr val="212121"/>
              </a:solidFill>
            </a:endParaRPr>
          </a:p>
          <a:p>
            <a:pPr indent="-571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t/>
            </a:r>
            <a:endParaRPr b="0" i="0" sz="2700" u="none" strike="noStrike">
              <a:solidFill>
                <a:srgbClr val="21212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2700"/>
              <a:buNone/>
            </a:pPr>
            <a:r>
              <a:rPr b="0" i="0" lang="en-ID" sz="2700" u="none" strike="noStrike">
                <a:solidFill>
                  <a:srgbClr val="212121"/>
                </a:solidFill>
              </a:rPr>
              <a:t>Sehingga dapat diartikan sebagai bentuk kendaraan yang memiliki penggerak mandiri atau </a:t>
            </a:r>
            <a:r>
              <a:rPr b="0" i="1" lang="en-ID" sz="2700" u="none" strike="noStrike">
                <a:solidFill>
                  <a:srgbClr val="212121"/>
                </a:solidFill>
              </a:rPr>
              <a:t>self-powered vehicle</a:t>
            </a:r>
            <a:r>
              <a:rPr b="0" i="0" lang="en-ID" sz="2700" u="none" strike="noStrike">
                <a:solidFill>
                  <a:srgbClr val="212121"/>
                </a:solidFill>
              </a:rPr>
              <a:t>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</a:pPr>
            <a:r>
              <a:t/>
            </a:r>
            <a:endParaRPr b="0" i="0" sz="2700" u="none" strike="noStrike">
              <a:solidFill>
                <a:srgbClr val="21212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2700"/>
              <a:buNone/>
            </a:pPr>
            <a:r>
              <a:rPr b="0" i="0" lang="en-ID" sz="2700" u="none" strike="noStrike">
                <a:solidFill>
                  <a:srgbClr val="212121"/>
                </a:solidFill>
              </a:rPr>
              <a:t>Istilah ini berasal dari usulan Elmer Sperry (1860-1930), yang pertama kali digunakan dengan referensi pada automobiles di tahun 1898.</a:t>
            </a:r>
            <a:endParaRPr/>
          </a:p>
          <a:p>
            <a:pPr indent="0" lvl="0" marL="12065" marR="5080" rtl="0" algn="just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>
                <a:srgbClr val="0BD0D9"/>
              </a:buClr>
              <a:buSzPts val="2660"/>
              <a:buNone/>
            </a:pPr>
            <a:r>
              <a:t/>
            </a:r>
            <a:endParaRPr b="0" i="0" u="none" strike="noStrike">
              <a:solidFill>
                <a:srgbClr val="212121"/>
              </a:solidFill>
            </a:endParaRPr>
          </a:p>
        </p:txBody>
      </p:sp>
      <p:sp>
        <p:nvSpPr>
          <p:cNvPr id="385" name="Google Shape;38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/>
              <a:t>Pengantar Industri Otomotif (PIO)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n shows something on laptop" id="391" name="Google Shape;391;p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04700" cy="64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5"/>
          <p:cNvSpPr txBox="1"/>
          <p:nvPr>
            <p:ph type="title"/>
          </p:nvPr>
        </p:nvSpPr>
        <p:spPr>
          <a:xfrm>
            <a:off x="0" y="0"/>
            <a:ext cx="12192000" cy="1296988"/>
          </a:xfrm>
          <a:prstGeom prst="rect">
            <a:avLst/>
          </a:prstGeom>
          <a:solidFill>
            <a:srgbClr val="B3C6E7">
              <a:alpha val="49803"/>
            </a:srgbClr>
          </a:solidFill>
          <a:ln>
            <a:noFill/>
          </a:ln>
        </p:spPr>
        <p:txBody>
          <a:bodyPr anchorCtr="0" anchor="ctr" bIns="45700" lIns="684000" spcFirstLastPara="1" rIns="91425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>
                <a:solidFill>
                  <a:srgbClr val="3F3F3F"/>
                </a:solidFill>
              </a:rPr>
              <a:t>Pengertian Industri</a:t>
            </a:r>
            <a:endParaRPr>
              <a:solidFill>
                <a:srgbClr val="3F3F3F"/>
              </a:solidFill>
            </a:endParaRPr>
          </a:p>
        </p:txBody>
      </p:sp>
      <p:sp>
        <p:nvSpPr>
          <p:cNvPr id="393" name="Google Shape;39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/>
              <a:t>Pengantar Industri Otomotif (PIO)</a:t>
            </a:r>
            <a:endParaRPr/>
          </a:p>
        </p:txBody>
      </p:sp>
      <p:sp>
        <p:nvSpPr>
          <p:cNvPr id="394" name="Google Shape;39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D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5" name="Google Shape;39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32775" y="250825"/>
            <a:ext cx="2574925" cy="77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22013" y="106363"/>
            <a:ext cx="1062037" cy="1184275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5"/>
          <p:cNvSpPr txBox="1"/>
          <p:nvPr>
            <p:ph idx="1" type="body"/>
          </p:nvPr>
        </p:nvSpPr>
        <p:spPr>
          <a:xfrm>
            <a:off x="574767" y="1541462"/>
            <a:ext cx="11078672" cy="4808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700"/>
              <a:buNone/>
            </a:pPr>
            <a:r>
              <a:rPr b="0" i="0" lang="en-ID" sz="2700" u="none" strike="noStrike">
                <a:solidFill>
                  <a:srgbClr val="212121"/>
                </a:solidFill>
              </a:rPr>
              <a:t>Sedangkan Industri dapat diartikan sebagai 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</a:pPr>
            <a:r>
              <a:t/>
            </a:r>
            <a:endParaRPr b="0" i="0" sz="2700" u="none" strike="noStrike">
              <a:solidFill>
                <a:srgbClr val="212121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2700"/>
              <a:buFont typeface="Arial"/>
              <a:buChar char="•"/>
            </a:pPr>
            <a:r>
              <a:rPr b="0" i="0" lang="en-ID" sz="2700" u="none" strike="noStrike">
                <a:solidFill>
                  <a:srgbClr val="212121"/>
                </a:solidFill>
              </a:rPr>
              <a:t>Bidang atau kegiatan ekonomi terkait pengolahan bahan baku atau pembuatan barang jadi di pabrik.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2700"/>
              <a:buFont typeface="Arial"/>
              <a:buChar char="•"/>
            </a:pPr>
            <a:r>
              <a:rPr b="0" i="0" lang="en-ID" sz="2700" u="none" strike="noStrike">
                <a:solidFill>
                  <a:srgbClr val="212121"/>
                </a:solidFill>
              </a:rPr>
              <a:t>Kegiatan yang menggunakan keterampilan dan tenaga kerja.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2700"/>
              <a:buFont typeface="Arial"/>
              <a:buChar char="•"/>
            </a:pPr>
            <a:r>
              <a:rPr b="0" i="0" lang="en-ID" sz="2700" u="none" strike="noStrike">
                <a:solidFill>
                  <a:srgbClr val="212121"/>
                </a:solidFill>
              </a:rPr>
              <a:t>Serta menggunakan alat-alat di bidang pengolahan hasil bumi dan distribusinya sebagai kegiatan utama.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</a:pPr>
            <a:r>
              <a:t/>
            </a:r>
            <a:endParaRPr b="0" i="0" sz="2700" u="none" strike="noStrike">
              <a:solidFill>
                <a:srgbClr val="21212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2700"/>
              <a:buNone/>
            </a:pPr>
            <a:r>
              <a:rPr b="0" i="0" lang="en-ID" sz="2700" u="none" strike="noStrike">
                <a:solidFill>
                  <a:srgbClr val="212121"/>
                </a:solidFill>
              </a:rPr>
              <a:t>Industri merupakan bagian dari proses produksi, sedangkan kegiatan proses produksi dalam industri itu disebut dengan perindustrian.</a:t>
            </a:r>
            <a:endParaRPr/>
          </a:p>
          <a:p>
            <a:pPr indent="0" lvl="0" marL="12065" marR="5080" rtl="0" algn="just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>
                <a:srgbClr val="0BD0D9"/>
              </a:buClr>
              <a:buSzPts val="2660"/>
              <a:buNone/>
            </a:pPr>
            <a:r>
              <a:t/>
            </a:r>
            <a:endParaRPr b="0" i="0" u="none" strike="noStrike">
              <a:solidFill>
                <a:srgbClr val="21212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n shows something on laptop" id="403" name="Google Shape;403;p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04700" cy="64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6"/>
          <p:cNvSpPr txBox="1"/>
          <p:nvPr>
            <p:ph type="title"/>
          </p:nvPr>
        </p:nvSpPr>
        <p:spPr>
          <a:xfrm>
            <a:off x="0" y="0"/>
            <a:ext cx="12192000" cy="1296988"/>
          </a:xfrm>
          <a:prstGeom prst="rect">
            <a:avLst/>
          </a:prstGeom>
          <a:solidFill>
            <a:srgbClr val="B3C6E7">
              <a:alpha val="49803"/>
            </a:srgbClr>
          </a:solidFill>
          <a:ln>
            <a:noFill/>
          </a:ln>
        </p:spPr>
        <p:txBody>
          <a:bodyPr anchorCtr="0" anchor="ctr" bIns="45700" lIns="684000" spcFirstLastPara="1" rIns="91425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>
                <a:solidFill>
                  <a:srgbClr val="3F3F3F"/>
                </a:solidFill>
              </a:rPr>
              <a:t>Pengertian Industri Otomotif</a:t>
            </a:r>
            <a:endParaRPr>
              <a:solidFill>
                <a:srgbClr val="3F3F3F"/>
              </a:solidFill>
            </a:endParaRPr>
          </a:p>
        </p:txBody>
      </p:sp>
      <p:sp>
        <p:nvSpPr>
          <p:cNvPr id="405" name="Google Shape;40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D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6" name="Google Shape;40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32775" y="250825"/>
            <a:ext cx="2574925" cy="77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22013" y="106363"/>
            <a:ext cx="1062037" cy="1184275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6"/>
          <p:cNvSpPr txBox="1"/>
          <p:nvPr>
            <p:ph idx="1" type="body"/>
          </p:nvPr>
        </p:nvSpPr>
        <p:spPr>
          <a:xfrm>
            <a:off x="246185" y="1812758"/>
            <a:ext cx="11605846" cy="45372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None/>
            </a:pPr>
            <a:r>
              <a:rPr b="0" i="0" lang="en-ID" sz="3600" u="none" strike="noStrike">
                <a:solidFill>
                  <a:srgbClr val="212121"/>
                </a:solidFill>
              </a:rPr>
              <a:t>Industri otomotif adalah kegiatan ekonomi terkait pengolahan dan pembuatan kendaraan bermotor, yang merupakan salah satu industri dengan jumlah pendapatan terbesar di dunia.</a:t>
            </a:r>
            <a:endParaRPr sz="3600"/>
          </a:p>
        </p:txBody>
      </p:sp>
      <p:sp>
        <p:nvSpPr>
          <p:cNvPr id="409" name="Google Shape;40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/>
              <a:t>Pengantar Industri Otomotif (PIO)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n shows something on laptop" id="415" name="Google Shape;415;p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04700" cy="64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7"/>
          <p:cNvSpPr txBox="1"/>
          <p:nvPr>
            <p:ph type="title"/>
          </p:nvPr>
        </p:nvSpPr>
        <p:spPr>
          <a:xfrm>
            <a:off x="0" y="0"/>
            <a:ext cx="12192000" cy="1296988"/>
          </a:xfrm>
          <a:prstGeom prst="rect">
            <a:avLst/>
          </a:prstGeom>
          <a:solidFill>
            <a:srgbClr val="B3C6E7">
              <a:alpha val="49803"/>
            </a:srgbClr>
          </a:solidFill>
          <a:ln>
            <a:noFill/>
          </a:ln>
        </p:spPr>
        <p:txBody>
          <a:bodyPr anchorCtr="0" anchor="ctr" bIns="45700" lIns="684000" spcFirstLastPara="1" rIns="91425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u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Ruang Lingkup Industri Otomotif</a:t>
            </a:r>
            <a:endParaRPr b="1" i="0" u="none" strike="noStrike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D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8" name="Google Shape;41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32775" y="250825"/>
            <a:ext cx="2574925" cy="77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22013" y="106363"/>
            <a:ext cx="1062037" cy="1184275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7"/>
          <p:cNvSpPr txBox="1"/>
          <p:nvPr>
            <p:ph idx="1" type="body"/>
          </p:nvPr>
        </p:nvSpPr>
        <p:spPr>
          <a:xfrm>
            <a:off x="246185" y="1812758"/>
            <a:ext cx="11605846" cy="12969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None/>
            </a:pPr>
            <a:r>
              <a:rPr b="0" i="0" lang="en-ID" u="none" strike="noStrike">
                <a:solidFill>
                  <a:srgbClr val="212121"/>
                </a:solidFill>
              </a:rPr>
              <a:t>Scope atau ruang lingkup industri yang termasuk di dalam otomotif adalah semua perusahaan dan organisasi terkait kendaraan bermotor, yang melakukan aktivitas berikut : </a:t>
            </a:r>
            <a:endParaRPr/>
          </a:p>
        </p:txBody>
      </p:sp>
      <p:sp>
        <p:nvSpPr>
          <p:cNvPr id="421" name="Google Shape;421;p7"/>
          <p:cNvSpPr txBox="1"/>
          <p:nvPr/>
        </p:nvSpPr>
        <p:spPr>
          <a:xfrm>
            <a:off x="293077" y="3283710"/>
            <a:ext cx="3745523" cy="2764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Noto Sans Symbols"/>
              <a:buChar char="✔"/>
            </a:pPr>
            <a:r>
              <a:rPr b="0" i="0" lang="en-ID" sz="28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Desain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Noto Sans Symbols"/>
              <a:buChar char="✔"/>
            </a:pPr>
            <a:r>
              <a:rPr b="0" i="0" lang="en-ID" sz="28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Pengembangan</a:t>
            </a:r>
            <a:endParaRPr b="0" i="0" sz="2800" u="none" cap="none" strike="noStrik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Noto Sans Symbols"/>
              <a:buChar char="✔"/>
            </a:pPr>
            <a:r>
              <a:rPr b="0" i="0" lang="en-ID" sz="28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Manufaktur</a:t>
            </a:r>
            <a:endParaRPr b="0" i="0" sz="2800" u="none" cap="none" strike="noStrik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Noto Sans Symbols"/>
              <a:buChar char="✔"/>
            </a:pPr>
            <a:r>
              <a:rPr b="0" i="0" lang="en-ID" sz="28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Pemasaran</a:t>
            </a:r>
            <a:endParaRPr b="0" i="0" sz="2800" u="none" cap="none" strike="noStrik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Noto Sans Symbols"/>
              <a:buChar char="✔"/>
            </a:pPr>
            <a:r>
              <a:rPr b="0" i="0" lang="en-ID" sz="28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Penjualan</a:t>
            </a:r>
            <a:endParaRPr b="0" i="0" sz="2800" u="none" cap="none" strike="noStrik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7"/>
          <p:cNvSpPr txBox="1"/>
          <p:nvPr/>
        </p:nvSpPr>
        <p:spPr>
          <a:xfrm>
            <a:off x="3399631" y="3206750"/>
            <a:ext cx="8153400" cy="2764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Arial"/>
              <a:buNone/>
            </a:pPr>
            <a:r>
              <a:rPr b="0" i="0" lang="en-ID" sz="28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Namun tidak termasuk industri yang didedikasikan untuk pemeliharaan mobil setelah pengiriman ke pengguna akhir, seperti misalnya 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Arial"/>
              <a:buChar char="•"/>
            </a:pPr>
            <a:r>
              <a:rPr b="0" i="0" lang="en-ID" sz="28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Bengkel mobil</a:t>
            </a:r>
            <a:endParaRPr b="0" i="0" sz="2800" u="none" cap="none" strike="noStrik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Arial"/>
              <a:buChar char="•"/>
            </a:pPr>
            <a:r>
              <a:rPr b="0" i="0" lang="en-ID" sz="28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Stasiun pengisian bahan bakar kendaraan bermotor</a:t>
            </a:r>
            <a:endParaRPr b="0" i="0" sz="2800" u="none" cap="none" strike="noStrik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/>
              <a:t>Pengantar Industri Otomotif (PIO)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n shows something on laptop" id="429" name="Google Shape;429;p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04700" cy="64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8"/>
          <p:cNvSpPr txBox="1"/>
          <p:nvPr>
            <p:ph type="title"/>
          </p:nvPr>
        </p:nvSpPr>
        <p:spPr>
          <a:xfrm>
            <a:off x="0" y="0"/>
            <a:ext cx="12192000" cy="1296988"/>
          </a:xfrm>
          <a:prstGeom prst="rect">
            <a:avLst/>
          </a:prstGeom>
          <a:solidFill>
            <a:srgbClr val="B3C6E7">
              <a:alpha val="49803"/>
            </a:srgbClr>
          </a:solidFill>
          <a:ln>
            <a:noFill/>
          </a:ln>
        </p:spPr>
        <p:txBody>
          <a:bodyPr anchorCtr="0" anchor="ctr" bIns="45700" lIns="684000" spcFirstLastPara="1" rIns="91425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u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Sejarah Industri Otomotif</a:t>
            </a:r>
            <a:endParaRPr b="1" i="0" u="none" strike="noStrike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D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2" name="Google Shape;43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32775" y="250825"/>
            <a:ext cx="2574925" cy="77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22013" y="106363"/>
            <a:ext cx="1062037" cy="1184275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8"/>
          <p:cNvSpPr txBox="1"/>
          <p:nvPr>
            <p:ph idx="1" type="body"/>
          </p:nvPr>
        </p:nvSpPr>
        <p:spPr>
          <a:xfrm>
            <a:off x="649621" y="1586623"/>
            <a:ext cx="10905457" cy="45372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2425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Noto Sans Symbols"/>
              <a:buChar char="⮚"/>
            </a:pPr>
            <a:r>
              <a:rPr b="0" i="0" lang="en-ID" sz="3000" u="none" strike="noStrike">
                <a:solidFill>
                  <a:srgbClr val="212121"/>
                </a:solidFill>
              </a:rPr>
              <a:t>Tahun 1860-an dianggap sebagai awal mula munculnya Industri otomotif, dengan adanya ratusan pabrikan yang mempelopori kendaraan yang disebut sebagai kereta tanpa kuda.</a:t>
            </a:r>
            <a:endParaRPr/>
          </a:p>
          <a:p>
            <a:pPr indent="-352425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Noto Sans Symbols"/>
              <a:buChar char="⮚"/>
            </a:pPr>
            <a:r>
              <a:rPr lang="en-ID" sz="3000">
                <a:solidFill>
                  <a:srgbClr val="212121"/>
                </a:solidFill>
              </a:rPr>
              <a:t> </a:t>
            </a:r>
            <a:r>
              <a:rPr b="0" i="0" lang="en-ID" sz="3000" u="none" strike="noStrike">
                <a:solidFill>
                  <a:srgbClr val="212121"/>
                </a:solidFill>
              </a:rPr>
              <a:t>Amerika Serikat telah menjadi pemimpin dunia dalam menghasilkan produksi mobil selama kurun waktu beberapa dekade.</a:t>
            </a:r>
            <a:endParaRPr/>
          </a:p>
          <a:p>
            <a:pPr indent="-352425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Noto Sans Symbols"/>
              <a:buChar char="⮚"/>
            </a:pPr>
            <a:r>
              <a:rPr lang="en-ID" sz="3000">
                <a:solidFill>
                  <a:srgbClr val="212121"/>
                </a:solidFill>
              </a:rPr>
              <a:t> </a:t>
            </a:r>
            <a:r>
              <a:rPr b="0" i="0" lang="en-ID" sz="3000" u="none" strike="noStrike">
                <a:solidFill>
                  <a:srgbClr val="212121"/>
                </a:solidFill>
              </a:rPr>
              <a:t>Pada tahun 1929, industri mobil di Amerika Serikat memproduksi lebih dari 90% mobil yang digunakan di seluruh dunia.</a:t>
            </a:r>
            <a:endParaRPr/>
          </a:p>
          <a:p>
            <a:pPr indent="-352425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Noto Sans Symbols"/>
              <a:buChar char="⮚"/>
            </a:pPr>
            <a:r>
              <a:rPr lang="en-ID" sz="3000">
                <a:solidFill>
                  <a:srgbClr val="212121"/>
                </a:solidFill>
              </a:rPr>
              <a:t> </a:t>
            </a:r>
            <a:r>
              <a:rPr b="0" i="0" lang="en-ID" sz="3000" u="none" strike="noStrike">
                <a:solidFill>
                  <a:srgbClr val="212121"/>
                </a:solidFill>
              </a:rPr>
              <a:t>Kemudian, setelah tahun 1945, Amerika Serikat turun dalam memproduksi yakni sekitar 75% dari produksi mobil dunia.</a:t>
            </a:r>
            <a:endParaRPr sz="3000">
              <a:solidFill>
                <a:srgbClr val="212121"/>
              </a:solidFill>
            </a:endParaRPr>
          </a:p>
          <a:p>
            <a:pPr indent="-174625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435" name="Google Shape;43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/>
              <a:t>Pengantar Industri Otomotif (PIO)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n shows something on laptop" id="441" name="Google Shape;441;p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04700" cy="64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9"/>
          <p:cNvSpPr txBox="1"/>
          <p:nvPr>
            <p:ph type="title"/>
          </p:nvPr>
        </p:nvSpPr>
        <p:spPr>
          <a:xfrm>
            <a:off x="0" y="0"/>
            <a:ext cx="12192000" cy="1296988"/>
          </a:xfrm>
          <a:prstGeom prst="rect">
            <a:avLst/>
          </a:prstGeom>
          <a:solidFill>
            <a:srgbClr val="B3C6E7">
              <a:alpha val="49803"/>
            </a:srgbClr>
          </a:solidFill>
          <a:ln>
            <a:noFill/>
          </a:ln>
        </p:spPr>
        <p:txBody>
          <a:bodyPr anchorCtr="0" anchor="ctr" bIns="45700" lIns="684000" spcFirstLastPara="1" rIns="91425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u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Sejarah Industri Otomotif</a:t>
            </a:r>
            <a:endParaRPr b="1" i="0" u="none" strike="noStrike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D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4" name="Google Shape;44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32775" y="250825"/>
            <a:ext cx="2574925" cy="77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22013" y="106363"/>
            <a:ext cx="1062037" cy="1184275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9"/>
          <p:cNvSpPr txBox="1"/>
          <p:nvPr>
            <p:ph idx="1" type="body"/>
          </p:nvPr>
        </p:nvSpPr>
        <p:spPr>
          <a:xfrm>
            <a:off x="747981" y="1812758"/>
            <a:ext cx="10905457" cy="45372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2425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Noto Sans Symbols"/>
              <a:buChar char="⮚"/>
            </a:pPr>
            <a:r>
              <a:rPr b="0" i="0" lang="en-ID" sz="3000" u="none" strike="noStrike">
                <a:solidFill>
                  <a:srgbClr val="212121"/>
                </a:solidFill>
              </a:rPr>
              <a:t>Kurun waktu tahun 1980, dominasi Amerika Serikat diambil alih oleh Jepang, namun kemudian kembali menjadi pemimpin dunia lagi pada tahun 1994.</a:t>
            </a:r>
            <a:endParaRPr/>
          </a:p>
          <a:p>
            <a:pPr indent="-352425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Noto Sans Symbols"/>
              <a:buChar char="⮚"/>
            </a:pPr>
            <a:r>
              <a:rPr b="0" i="0" lang="en-ID" sz="3000" u="none" strike="noStrike">
                <a:solidFill>
                  <a:srgbClr val="212121"/>
                </a:solidFill>
              </a:rPr>
              <a:t>Pada tahun 2006, Jepang melampaui Amerika Serikat lagi dengan secara tipis dalam produksi dan memegang peringkat ini hingga tahun 2009.</a:t>
            </a:r>
            <a:endParaRPr/>
          </a:p>
          <a:p>
            <a:pPr indent="-352425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Noto Sans Symbols"/>
              <a:buChar char="⮚"/>
            </a:pPr>
            <a:r>
              <a:rPr b="0" i="0" lang="en-ID" sz="3000" u="none" strike="noStrike">
                <a:solidFill>
                  <a:srgbClr val="212121"/>
                </a:solidFill>
              </a:rPr>
              <a:t>Tahun 2009 posisi teratas diambil alih oleh China, bahkan di tahun 2012 mereka berhasil mencapai  hampir dua kali lipat produksi AS di peringkat kedua, sementara Jepang berada di tempat ketiga.</a:t>
            </a:r>
            <a:endParaRPr sz="3000">
              <a:solidFill>
                <a:srgbClr val="212121"/>
              </a:solidFill>
            </a:endParaRPr>
          </a:p>
          <a:p>
            <a:pPr indent="-174625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447" name="Google Shape;44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/>
              <a:t>Pengantar Industri Otomotif (PIO)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n shows something on laptop" id="453" name="Google Shape;453;p1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04700" cy="64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10"/>
          <p:cNvSpPr txBox="1"/>
          <p:nvPr>
            <p:ph type="title"/>
          </p:nvPr>
        </p:nvSpPr>
        <p:spPr>
          <a:xfrm>
            <a:off x="0" y="0"/>
            <a:ext cx="12192000" cy="1296988"/>
          </a:xfrm>
          <a:prstGeom prst="rect">
            <a:avLst/>
          </a:prstGeom>
          <a:solidFill>
            <a:srgbClr val="B3C6E7">
              <a:alpha val="49803"/>
            </a:srgbClr>
          </a:solidFill>
          <a:ln>
            <a:noFill/>
          </a:ln>
        </p:spPr>
        <p:txBody>
          <a:bodyPr anchorCtr="0" anchor="ctr" bIns="45700" lIns="684000" spcFirstLastPara="1" rIns="91425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u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Sejarah Industri Otomotif</a:t>
            </a:r>
            <a:endParaRPr b="1" i="0" u="none" strike="noStrike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D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6" name="Google Shape;45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32775" y="250825"/>
            <a:ext cx="2574925" cy="77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22013" y="106363"/>
            <a:ext cx="1062037" cy="1184275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10"/>
          <p:cNvSpPr txBox="1"/>
          <p:nvPr>
            <p:ph idx="1" type="body"/>
          </p:nvPr>
        </p:nvSpPr>
        <p:spPr>
          <a:xfrm>
            <a:off x="448343" y="1541463"/>
            <a:ext cx="10905457" cy="45372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2425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Noto Sans Symbols"/>
              <a:buChar char="⮚"/>
            </a:pPr>
            <a:r>
              <a:rPr b="0" i="0" lang="en-ID" sz="3000" u="none" strike="noStrike">
                <a:solidFill>
                  <a:srgbClr val="212121"/>
                </a:solidFill>
              </a:rPr>
              <a:t>Pada awalnya pembuatan mobil menggunakan sistem perakitan manual oleh pekerja manusia.</a:t>
            </a:r>
            <a:endParaRPr/>
          </a:p>
          <a:p>
            <a:pPr indent="-352425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Noto Sans Symbols"/>
              <a:buChar char="⮚"/>
            </a:pPr>
            <a:r>
              <a:rPr b="0" i="0" lang="en-ID" sz="3000" u="none" strike="noStrike">
                <a:solidFill>
                  <a:srgbClr val="212121"/>
                </a:solidFill>
              </a:rPr>
              <a:t>Prosesnya melalui berbagai evolusi, dari insinyur yang mengerjakan rancangan mobil, hingga ke sistem ban berjalan (belt </a:t>
            </a:r>
            <a:r>
              <a:rPr lang="en-ID" sz="3000">
                <a:solidFill>
                  <a:srgbClr val="212121"/>
                </a:solidFill>
              </a:rPr>
              <a:t>conveyor</a:t>
            </a:r>
            <a:r>
              <a:rPr b="0" i="0" lang="en-ID" sz="3000" u="none" strike="noStrike">
                <a:solidFill>
                  <a:srgbClr val="212121"/>
                </a:solidFill>
              </a:rPr>
              <a:t>).</a:t>
            </a:r>
            <a:endParaRPr/>
          </a:p>
          <a:p>
            <a:pPr indent="-352425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Noto Sans Symbols"/>
              <a:buChar char="⮚"/>
            </a:pPr>
            <a:r>
              <a:rPr b="0" i="0" lang="en-ID" sz="3000" u="none" strike="noStrike">
                <a:solidFill>
                  <a:srgbClr val="212121"/>
                </a:solidFill>
              </a:rPr>
              <a:t>Dimana mobil melewati beberapa stasiun kerja yang lebih khusus dalam sistem ban berjalan tersebut.</a:t>
            </a:r>
            <a:endParaRPr/>
          </a:p>
          <a:p>
            <a:pPr indent="-352425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Noto Sans Symbols"/>
              <a:buChar char="⮚"/>
            </a:pPr>
            <a:r>
              <a:rPr b="0" i="0" lang="en-ID" sz="3000" u="none" strike="noStrike">
                <a:solidFill>
                  <a:srgbClr val="212121"/>
                </a:solidFill>
              </a:rPr>
              <a:t>Sejak tahun 1960-an, peralatan robotik diperkenalkan ke proses tersebut hingga saat ini terus meningkat, sehingga sebagian besar mobil masa kini  diproduksi dengan mesin otomatis.</a:t>
            </a:r>
            <a:endParaRPr sz="3000"/>
          </a:p>
        </p:txBody>
      </p:sp>
      <p:sp>
        <p:nvSpPr>
          <p:cNvPr id="459" name="Google Shape;4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/>
              <a:t>Pengantar Industri Otomotif (PIO)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n shows something on laptop" id="465" name="Google Shape;465;p1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04700" cy="64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11"/>
          <p:cNvSpPr txBox="1"/>
          <p:nvPr>
            <p:ph type="title"/>
          </p:nvPr>
        </p:nvSpPr>
        <p:spPr>
          <a:xfrm>
            <a:off x="0" y="0"/>
            <a:ext cx="12192000" cy="1296988"/>
          </a:xfrm>
          <a:prstGeom prst="rect">
            <a:avLst/>
          </a:prstGeom>
          <a:solidFill>
            <a:srgbClr val="B3C6E7">
              <a:alpha val="49803"/>
            </a:srgbClr>
          </a:solidFill>
          <a:ln>
            <a:noFill/>
          </a:ln>
        </p:spPr>
        <p:txBody>
          <a:bodyPr anchorCtr="0" anchor="ctr" bIns="45700" lIns="684000" spcFirstLastPara="1" rIns="91425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u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Statistik Produsen Otomotif</a:t>
            </a:r>
            <a:endParaRPr b="1" i="0" u="none" strike="noStrike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D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8" name="Google Shape;46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32775" y="250825"/>
            <a:ext cx="2574925" cy="77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22013" y="106363"/>
            <a:ext cx="1062037" cy="118427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11"/>
          <p:cNvSpPr txBox="1"/>
          <p:nvPr>
            <p:ph idx="1" type="body"/>
          </p:nvPr>
        </p:nvSpPr>
        <p:spPr>
          <a:xfrm>
            <a:off x="415636" y="1464686"/>
            <a:ext cx="11471564" cy="95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None/>
            </a:pPr>
            <a:r>
              <a:rPr lang="en-ID" u="none" strike="noStrike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Berikut adalah daftar ranking 15 produsen otomotif terbesar di dunia berdasarkan unit produksinya, berdasarkan data OICA per tahun 2017 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71" name="Google Shape;471;p11"/>
          <p:cNvGraphicFramePr/>
          <p:nvPr/>
        </p:nvGraphicFramePr>
        <p:xfrm>
          <a:off x="415635" y="25905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{E0C57ACF-72BB-42B6-B36C-932CBFC81B54}</a:tableStyleId>
              </a:tblPr>
              <a:tblGrid>
                <a:gridCol w="1316175"/>
                <a:gridCol w="1316175"/>
                <a:gridCol w="1316175"/>
                <a:gridCol w="1316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Rangking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Produsen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Negara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Jml Produksi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Toyota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Japan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10.446.051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VW Group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Germany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10.382.334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Hyundai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South Korea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7.218.391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GM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USA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6.856.880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Ford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USA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6.386.818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Nissan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Japan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5.769.277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Honda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Japan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5.236.842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472" name="Google Shape;472;p11"/>
          <p:cNvGraphicFramePr/>
          <p:nvPr/>
        </p:nvGraphicFramePr>
        <p:xfrm>
          <a:off x="6095998" y="25905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{E0C57ACF-72BB-42B6-B36C-932CBFC81B54}</a:tableStyleId>
              </a:tblPr>
              <a:tblGrid>
                <a:gridCol w="1420100"/>
                <a:gridCol w="1420100"/>
                <a:gridCol w="1420100"/>
                <a:gridCol w="1420100"/>
              </a:tblGrid>
              <a:tr h="404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Fiat Chrysler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Italy/USA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4.600.847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4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Renault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France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4.153.589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4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Gropue PSAa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France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3.649.742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4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11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Suzuki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Japan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3.302.336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4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12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SAIC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China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2.866.913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4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13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Daimler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Germany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2.505.741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4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14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BMW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Germany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2.505.741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4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15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Geely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China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1.950.382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73" name="Google Shape;47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/>
              <a:t>Pengantar Industri Otomotif (PIO)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n shows something on laptop" id="479" name="Google Shape;479;p1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04700" cy="64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12"/>
          <p:cNvSpPr txBox="1"/>
          <p:nvPr>
            <p:ph type="title"/>
          </p:nvPr>
        </p:nvSpPr>
        <p:spPr>
          <a:xfrm>
            <a:off x="0" y="0"/>
            <a:ext cx="12192000" cy="1296988"/>
          </a:xfrm>
          <a:prstGeom prst="rect">
            <a:avLst/>
          </a:prstGeom>
          <a:solidFill>
            <a:srgbClr val="B3C6E7">
              <a:alpha val="49803"/>
            </a:srgbClr>
          </a:solidFill>
          <a:ln>
            <a:noFill/>
          </a:ln>
        </p:spPr>
        <p:txBody>
          <a:bodyPr anchorCtr="0" anchor="ctr" bIns="45700" lIns="684000" spcFirstLastPara="1" rIns="91425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u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Statistik Produsen Otomotif</a:t>
            </a:r>
            <a:endParaRPr b="1" i="0" u="none" strike="noStrike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D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2" name="Google Shape;48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32775" y="250825"/>
            <a:ext cx="2574925" cy="77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22013" y="106363"/>
            <a:ext cx="1062037" cy="1184275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12"/>
          <p:cNvSpPr txBox="1"/>
          <p:nvPr>
            <p:ph idx="1" type="body"/>
          </p:nvPr>
        </p:nvSpPr>
        <p:spPr>
          <a:xfrm>
            <a:off x="415636" y="1464686"/>
            <a:ext cx="11471564" cy="95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600"/>
              <a:buNone/>
            </a:pPr>
            <a:r>
              <a:rPr b="0" i="0" lang="en-ID" sz="2600" u="none" strike="noStrike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Berikut ini adalah 15 produsen otomotif terbesar berdasarkan nilai kapitalisasi pasar, berdasarkan data dari CompaniesMarketCap.com per 15 May 2021 :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85" name="Google Shape;485;p12"/>
          <p:cNvGraphicFramePr/>
          <p:nvPr/>
        </p:nvGraphicFramePr>
        <p:xfrm>
          <a:off x="415635" y="259053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{E0C57ACF-72BB-42B6-B36C-932CBFC81B54}</a:tableStyleId>
              </a:tblPr>
              <a:tblGrid>
                <a:gridCol w="1316175"/>
                <a:gridCol w="1316175"/>
                <a:gridCol w="1316175"/>
                <a:gridCol w="1316175"/>
              </a:tblGrid>
              <a:tr h="432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Rangking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Produsen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Negara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$ (Billion)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32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Tesla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USA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568,11l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32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Toyota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Japan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214,79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32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VW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Germany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146,78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32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Daimler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Germany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95,59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32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GM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USA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81,23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32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BMW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Germany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65,82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32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BYD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China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62,45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486" name="Google Shape;486;p12"/>
          <p:cNvGraphicFramePr/>
          <p:nvPr/>
        </p:nvGraphicFramePr>
        <p:xfrm>
          <a:off x="6095998" y="25905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{E0C57ACF-72BB-42B6-B36C-932CBFC81B54}</a:tableStyleId>
              </a:tblPr>
              <a:tblGrid>
                <a:gridCol w="1420100"/>
                <a:gridCol w="1420100"/>
                <a:gridCol w="1420100"/>
                <a:gridCol w="1420100"/>
              </a:tblGrid>
              <a:tr h="404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Stellantis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Netherlands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56,70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4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Volvo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Sewden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56,43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4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NIO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China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54,75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4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11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Hyundai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South Korea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52,98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4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12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Honda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Japan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51,41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4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13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Ferrari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Italy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49,10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4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14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Ford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USA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47,26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4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15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Great Wall Motors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China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37,10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87" name="Google Shape;48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/>
              <a:t>Pengantar Industri Otomotif (PIO)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n shows something on laptop" id="493" name="Google Shape;493;p1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04700" cy="64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3"/>
          <p:cNvSpPr txBox="1"/>
          <p:nvPr>
            <p:ph type="title"/>
          </p:nvPr>
        </p:nvSpPr>
        <p:spPr>
          <a:xfrm>
            <a:off x="0" y="0"/>
            <a:ext cx="12192000" cy="1296988"/>
          </a:xfrm>
          <a:prstGeom prst="rect">
            <a:avLst/>
          </a:prstGeom>
          <a:solidFill>
            <a:srgbClr val="B3C6E7">
              <a:alpha val="49803"/>
            </a:srgbClr>
          </a:solidFill>
          <a:ln>
            <a:noFill/>
          </a:ln>
        </p:spPr>
        <p:txBody>
          <a:bodyPr anchorCtr="0" anchor="ctr" bIns="45700" lIns="684000" spcFirstLastPara="1" rIns="91425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u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Statistik Produsen Otomotif</a:t>
            </a:r>
            <a:endParaRPr b="1" i="0" u="none" strike="noStrike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D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6" name="Google Shape;49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32775" y="250825"/>
            <a:ext cx="2574925" cy="77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22013" y="106363"/>
            <a:ext cx="1062037" cy="1184275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13"/>
          <p:cNvSpPr txBox="1"/>
          <p:nvPr>
            <p:ph idx="1" type="body"/>
          </p:nvPr>
        </p:nvSpPr>
        <p:spPr>
          <a:xfrm>
            <a:off x="415636" y="1464686"/>
            <a:ext cx="11471564" cy="95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600"/>
              <a:buNone/>
            </a:pPr>
            <a:r>
              <a:rPr b="0" i="0" lang="en-ID" sz="2600" u="none" strike="noStrike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Berikut ini adalah 10 produsen otomotif terbesar berdasarkan nilai pendapatan tahun 2020, berdasarkan data dari CompaniesMarketCap.com per 15 May 2021 :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99" name="Google Shape;499;p13"/>
          <p:cNvGraphicFramePr/>
          <p:nvPr/>
        </p:nvGraphicFramePr>
        <p:xfrm>
          <a:off x="415634" y="259053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{E0C57ACF-72BB-42B6-B36C-932CBFC81B54}</a:tableStyleId>
              </a:tblPr>
              <a:tblGrid>
                <a:gridCol w="1316175"/>
                <a:gridCol w="1316175"/>
                <a:gridCol w="1316175"/>
                <a:gridCol w="1316175"/>
              </a:tblGrid>
              <a:tr h="576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Rangking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Produsen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Negara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$ (Billion)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76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VW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Germany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260,31l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76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Toyota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Japan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255,99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76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Daimler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Germany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186,66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76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Ford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USA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127,14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76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Honda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Japan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125,03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500" name="Google Shape;500;p13"/>
          <p:cNvGraphicFramePr/>
          <p:nvPr/>
        </p:nvGraphicFramePr>
        <p:xfrm>
          <a:off x="5881834" y="259053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{E0C57ACF-72BB-42B6-B36C-932CBFC81B54}</a:tableStyleId>
              </a:tblPr>
              <a:tblGrid>
                <a:gridCol w="1473625"/>
                <a:gridCol w="1473625"/>
                <a:gridCol w="1473625"/>
                <a:gridCol w="1473625"/>
              </a:tblGrid>
              <a:tr h="576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Rangking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Produsen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Negara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$ (Billion)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76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GM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USA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122,84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76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BMW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Germany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119,09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76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Stellantis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Netherlands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104,84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76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PSA-FCA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South Korea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94,40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76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/>
                        <a:t>Hyundai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Japan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u="none" cap="none" strike="noStrike"/>
                        <a:t>73,92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501" name="Google Shape;501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/>
              <a:t>Pengantar Industri Otomotif (PIO)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n shows something on laptop" id="507" name="Google Shape;507;p1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04700" cy="64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14"/>
          <p:cNvSpPr txBox="1"/>
          <p:nvPr>
            <p:ph type="title"/>
          </p:nvPr>
        </p:nvSpPr>
        <p:spPr>
          <a:xfrm>
            <a:off x="0" y="0"/>
            <a:ext cx="12192000" cy="1296988"/>
          </a:xfrm>
          <a:prstGeom prst="rect">
            <a:avLst/>
          </a:prstGeom>
          <a:solidFill>
            <a:srgbClr val="B3C6E7">
              <a:alpha val="49803"/>
            </a:srgbClr>
          </a:solidFill>
          <a:ln>
            <a:noFill/>
          </a:ln>
        </p:spPr>
        <p:txBody>
          <a:bodyPr anchorCtr="0" anchor="ctr" bIns="45700" lIns="684000" spcFirstLastPara="1" rIns="91425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u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Standar Keselamatan</a:t>
            </a:r>
            <a:endParaRPr b="1" i="0" u="none" strike="noStrike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D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0" name="Google Shape;51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32775" y="250825"/>
            <a:ext cx="2574925" cy="77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22013" y="106363"/>
            <a:ext cx="1062037" cy="1184275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14"/>
          <p:cNvSpPr txBox="1"/>
          <p:nvPr>
            <p:ph idx="1" type="body"/>
          </p:nvPr>
        </p:nvSpPr>
        <p:spPr>
          <a:xfrm>
            <a:off x="448343" y="1541463"/>
            <a:ext cx="10905457" cy="45372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600"/>
              <a:buChar char="•"/>
            </a:pPr>
            <a:r>
              <a:rPr b="0" i="0" lang="en-ID" sz="2600" u="none" strike="noStrike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Keselamatan adalah suatu keadaan untuk dilindungi dari segala risiko, bahaya, kerusakan atau penyebab </a:t>
            </a:r>
            <a:r>
              <a:rPr lang="en-ID" sz="26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cedera</a:t>
            </a:r>
            <a:r>
              <a:rPr b="0" i="0" lang="en-ID" sz="2600" u="none" strike="noStrike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2600"/>
              <a:buChar char="•"/>
            </a:pPr>
            <a:r>
              <a:rPr b="0" i="0" lang="en-ID" sz="2600" u="none" strike="noStrike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 dalam industri otomotif, keselamatan diartikan bahwa pengguna, operator atau produsen tidak menghadapi risiko atau bahaya yang berasal dari kendaraan bermotor atau suku cadangnya.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2600"/>
              <a:buChar char="•"/>
            </a:pPr>
            <a:r>
              <a:rPr b="0" i="0" lang="en-ID" sz="2600" u="none" strike="noStrike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Sedangkan keamanan untuk mobil itu sendiri, dapat diartikan bahwa tidak ada risiko kerusakan.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2600"/>
              <a:buChar char="•"/>
            </a:pPr>
            <a:r>
              <a:rPr b="0" i="0" lang="en-ID" sz="2600" u="none" strike="noStrike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Keselamatan dalam industri otomotif sangat penting, oleh karena itu hal ini sangat diatur melalui  suatu peraturan standar.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2600"/>
              <a:buChar char="•"/>
            </a:pPr>
            <a:r>
              <a:rPr b="0" i="0" lang="en-ID" sz="2600" u="none" strike="noStrike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Jadi setiap jenis kendaraan bermotor harus mematuhi sejumlah peraturan, baik di tingkat lokal maupun internasional.</a:t>
            </a:r>
            <a:br>
              <a:rPr lang="en-ID" sz="2600"/>
            </a:br>
            <a:endParaRPr b="0" i="0" sz="2600" u="none" strike="noStrike">
              <a:solidFill>
                <a:srgbClr val="2121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3" name="Google Shape;51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/>
              <a:t>Pengantar Industri Otomotif (PIO)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n shows something on laptop" id="519" name="Google Shape;519;p1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04700" cy="64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15"/>
          <p:cNvSpPr txBox="1"/>
          <p:nvPr>
            <p:ph type="title"/>
          </p:nvPr>
        </p:nvSpPr>
        <p:spPr>
          <a:xfrm>
            <a:off x="0" y="0"/>
            <a:ext cx="12192000" cy="1296988"/>
          </a:xfrm>
          <a:prstGeom prst="rect">
            <a:avLst/>
          </a:prstGeom>
          <a:solidFill>
            <a:srgbClr val="B3C6E7">
              <a:alpha val="49803"/>
            </a:srgbClr>
          </a:solidFill>
          <a:ln>
            <a:noFill/>
          </a:ln>
        </p:spPr>
        <p:txBody>
          <a:bodyPr anchorCtr="0" anchor="ctr" bIns="45700" lIns="684000" spcFirstLastPara="1" rIns="91425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u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Standar Keselamatan</a:t>
            </a:r>
            <a:endParaRPr b="1" i="0" u="none" strike="noStrike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D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2" name="Google Shape;52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32775" y="250825"/>
            <a:ext cx="2574925" cy="77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22013" y="106363"/>
            <a:ext cx="1062037" cy="1184275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15"/>
          <p:cNvSpPr txBox="1"/>
          <p:nvPr>
            <p:ph idx="1" type="body"/>
          </p:nvPr>
        </p:nvSpPr>
        <p:spPr>
          <a:xfrm>
            <a:off x="448343" y="1541463"/>
            <a:ext cx="10905457" cy="45372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ID" sz="2600">
                <a:latin typeface="Times New Roman"/>
                <a:ea typeface="Times New Roman"/>
                <a:cs typeface="Times New Roman"/>
                <a:sym typeface="Times New Roman"/>
              </a:rPr>
              <a:t>Pemenuhan dan kepatuhan terhadap peraturan ini diperlukan agar produk yang dihasilkan dapat diterima di pasar.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ID" sz="2600">
                <a:latin typeface="Times New Roman"/>
                <a:ea typeface="Times New Roman"/>
                <a:cs typeface="Times New Roman"/>
                <a:sym typeface="Times New Roman"/>
              </a:rPr>
              <a:t>Salah satu standar aturan mengenai keselamatan fungsional otomotif adalah Standar ISO 26262, yang dianggap sebagai salah satu kerangka kerja praktik terbaik untuk mencapainya.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ID" sz="2600">
                <a:latin typeface="Times New Roman"/>
                <a:ea typeface="Times New Roman"/>
                <a:cs typeface="Times New Roman"/>
                <a:sym typeface="Times New Roman"/>
              </a:rPr>
              <a:t>Produsen kendaraan dapat meminta untuk mengembalikan baik sebagian atau seluruh proses produksi ketika ditemukan masalah selama pembuatan kendaraan bermotor, seperti : Keselamatan, Bahaya, Cacat Produk, Prosedur yang salah. A</a:t>
            </a:r>
            <a:r>
              <a:rPr b="0" i="0" lang="en-ID" sz="2600" u="none" strike="noStrike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turan atau prosedur mengenai hal ini ini disebut penarikan produk.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</p:txBody>
      </p:sp>
      <p:sp>
        <p:nvSpPr>
          <p:cNvPr id="525" name="Google Shape;52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/>
              <a:t>Pengantar Industri Otomotif (PIO)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n shows something on laptop" id="531" name="Google Shape;531;p1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04700" cy="64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16"/>
          <p:cNvSpPr txBox="1"/>
          <p:nvPr>
            <p:ph type="title"/>
          </p:nvPr>
        </p:nvSpPr>
        <p:spPr>
          <a:xfrm>
            <a:off x="0" y="0"/>
            <a:ext cx="12192000" cy="1296988"/>
          </a:xfrm>
          <a:prstGeom prst="rect">
            <a:avLst/>
          </a:prstGeom>
          <a:solidFill>
            <a:srgbClr val="B3C6E7">
              <a:alpha val="49803"/>
            </a:srgbClr>
          </a:solidFill>
          <a:ln>
            <a:noFill/>
          </a:ln>
        </p:spPr>
        <p:txBody>
          <a:bodyPr anchorCtr="0" anchor="ctr" bIns="45700" lIns="684000" spcFirstLastPara="1" rIns="91425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u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Standar Keselamatan</a:t>
            </a:r>
            <a:endParaRPr b="1" i="0" u="none" strike="noStrike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D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4" name="Google Shape;53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32775" y="250825"/>
            <a:ext cx="2574925" cy="77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22013" y="106363"/>
            <a:ext cx="1062037" cy="1184275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16"/>
          <p:cNvSpPr txBox="1"/>
          <p:nvPr>
            <p:ph idx="1" type="body"/>
          </p:nvPr>
        </p:nvSpPr>
        <p:spPr>
          <a:xfrm>
            <a:off x="448343" y="1541463"/>
            <a:ext cx="10905457" cy="45372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600"/>
              <a:buChar char="•"/>
            </a:pPr>
            <a:r>
              <a:rPr b="0" i="0" lang="en-ID" sz="2600" u="none" strike="noStrike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Penarikan produk dapat terjadi di setiap industri, penyebabnya dapat terkait dengan permasalahan produksi atau bisa juga berasal dari masalah bahan baku (material).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2600"/>
              <a:buChar char="•"/>
            </a:pPr>
            <a:r>
              <a:rPr b="0" i="0" lang="en-ID" sz="2600" u="none" strike="noStrike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Untuk menghindari terjadinya penarikan produk maka setiap produsen harus menjaga keamanan dan keselamatan pengguna akhir serta kepatuhan terhadap persyaratan industri otomotif.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2600"/>
              <a:buChar char="•"/>
            </a:pPr>
            <a:r>
              <a:rPr b="0" i="0" lang="en-ID" sz="2600" u="none" strike="noStrike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Usaha-usaha yang dapat dilakukan adalah dengan melakukan pengujian dan inspeksi produk maupun operasi pada berbagai tahap proses produksi yang dilakukan.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2600"/>
              <a:buChar char="•"/>
            </a:pPr>
            <a:r>
              <a:rPr b="0" i="0" lang="en-ID" sz="2600" u="none" strike="noStrike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Risiko besar jika terjadi penarikan produk bagi produsen adalah menyebabkan konsekuensi keuangan atau kerugian finansial yang cukup besar.</a:t>
            </a:r>
            <a:endParaRPr/>
          </a:p>
        </p:txBody>
      </p:sp>
      <p:sp>
        <p:nvSpPr>
          <p:cNvPr id="537" name="Google Shape;53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/>
              <a:t>Pengantar Industri Otomotif (PIO)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n shows something on laptop" id="543" name="Google Shape;543;p1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04700" cy="64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17"/>
          <p:cNvSpPr txBox="1"/>
          <p:nvPr>
            <p:ph type="title"/>
          </p:nvPr>
        </p:nvSpPr>
        <p:spPr>
          <a:xfrm>
            <a:off x="0" y="0"/>
            <a:ext cx="12192000" cy="1296988"/>
          </a:xfrm>
          <a:prstGeom prst="rect">
            <a:avLst/>
          </a:prstGeom>
          <a:solidFill>
            <a:srgbClr val="B3C6E7">
              <a:alpha val="49803"/>
            </a:srgbClr>
          </a:solidFill>
          <a:ln>
            <a:noFill/>
          </a:ln>
        </p:spPr>
        <p:txBody>
          <a:bodyPr anchorCtr="0" anchor="ctr" bIns="45700" lIns="684000" spcFirstLastPara="1" rIns="91425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u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Standar Otomotif</a:t>
            </a:r>
            <a:endParaRPr b="1" i="0" u="none" strike="noStrike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D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6" name="Google Shape;54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32775" y="250825"/>
            <a:ext cx="2574925" cy="77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22013" y="106363"/>
            <a:ext cx="1062037" cy="1184275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17"/>
          <p:cNvSpPr txBox="1"/>
          <p:nvPr>
            <p:ph idx="1" type="body"/>
          </p:nvPr>
        </p:nvSpPr>
        <p:spPr>
          <a:xfrm>
            <a:off x="448343" y="1541464"/>
            <a:ext cx="10905457" cy="1887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400"/>
              <a:buNone/>
            </a:pPr>
            <a:r>
              <a:rPr b="0" i="0" lang="en-ID" sz="3400" u="none" strike="noStrike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Selain standar keselamatan (</a:t>
            </a:r>
            <a:r>
              <a:rPr b="0" i="1" lang="en-ID" sz="3400" u="none" strike="noStrike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safety</a:t>
            </a:r>
            <a:r>
              <a:rPr b="0" i="0" lang="en-ID" sz="3400" u="none" strike="noStrike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ada banyak standar yang digunakan sebagai panduan atau referensi bagi produsen kendaraan seperti berikut :</a:t>
            </a:r>
            <a:endParaRPr/>
          </a:p>
        </p:txBody>
      </p:sp>
      <p:sp>
        <p:nvSpPr>
          <p:cNvPr id="549" name="Google Shape;54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/>
              <a:t>Pengantar Industri Otomotif (PIO)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n shows something on laptop" id="555" name="Google Shape;555;p1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04700" cy="64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18"/>
          <p:cNvSpPr txBox="1"/>
          <p:nvPr>
            <p:ph type="title"/>
          </p:nvPr>
        </p:nvSpPr>
        <p:spPr>
          <a:xfrm>
            <a:off x="0" y="0"/>
            <a:ext cx="12192000" cy="1296988"/>
          </a:xfrm>
          <a:prstGeom prst="rect">
            <a:avLst/>
          </a:prstGeom>
          <a:solidFill>
            <a:srgbClr val="B3C6E7">
              <a:alpha val="49803"/>
            </a:srgbClr>
          </a:solidFill>
          <a:ln>
            <a:noFill/>
          </a:ln>
        </p:spPr>
        <p:txBody>
          <a:bodyPr anchorCtr="0" anchor="ctr" bIns="45700" lIns="684000" spcFirstLastPara="1" rIns="91425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u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1. IATF</a:t>
            </a:r>
            <a:endParaRPr/>
          </a:p>
        </p:txBody>
      </p:sp>
      <p:sp>
        <p:nvSpPr>
          <p:cNvPr id="557" name="Google Shape;55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D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8" name="Google Shape;55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32775" y="250825"/>
            <a:ext cx="2574925" cy="77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22013" y="106363"/>
            <a:ext cx="1062037" cy="1184275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18"/>
          <p:cNvSpPr txBox="1"/>
          <p:nvPr>
            <p:ph idx="1" type="body"/>
          </p:nvPr>
        </p:nvSpPr>
        <p:spPr>
          <a:xfrm>
            <a:off x="448343" y="1541463"/>
            <a:ext cx="10905457" cy="4545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i="1" lang="en-ID">
                <a:latin typeface="Times New Roman"/>
                <a:ea typeface="Times New Roman"/>
                <a:cs typeface="Times New Roman"/>
                <a:sym typeface="Times New Roman"/>
              </a:rPr>
              <a:t>International</a:t>
            </a:r>
            <a:r>
              <a:rPr i="1" lang="en-ID" strike="noStrike">
                <a:latin typeface="Times New Roman"/>
                <a:ea typeface="Times New Roman"/>
                <a:cs typeface="Times New Roman"/>
                <a:sym typeface="Times New Roman"/>
              </a:rPr>
              <a:t> Automotive Task Force </a:t>
            </a:r>
            <a:r>
              <a:rPr i="0" lang="en-ID" strike="noStrike">
                <a:latin typeface="Times New Roman"/>
                <a:ea typeface="Times New Roman"/>
                <a:cs typeface="Times New Roman"/>
                <a:sym typeface="Times New Roman"/>
              </a:rPr>
              <a:t>merupakan standar yang dikembangkan oleh organisasi otomotif dunia.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0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i="0" lang="en-ID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Standar IATF 16949 adalah suatu </a:t>
            </a:r>
            <a:r>
              <a:rPr lang="en-ID">
                <a:latin typeface="Times New Roman"/>
                <a:ea typeface="Times New Roman"/>
                <a:cs typeface="Times New Roman"/>
                <a:sym typeface="Times New Roman"/>
              </a:rPr>
              <a:t>standarisasi</a:t>
            </a:r>
            <a:r>
              <a:rPr b="0" i="0" lang="en-ID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 global yang menyediakan persyaratan Sistem Manajemen Mutu (SMM) atau Quality Management System (QMS) untuk diterapkan di industri otomotif.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0" i="0" u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i="0" lang="en-ID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Dengan kata lain standar ini adalah Standar QMS yang dibuat khusus untuk industri otomotif di dunia.</a:t>
            </a:r>
            <a:endParaRPr/>
          </a:p>
        </p:txBody>
      </p:sp>
      <p:sp>
        <p:nvSpPr>
          <p:cNvPr id="561" name="Google Shape;561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/>
              <a:t>Pengantar Industri Otomotif (PIO)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n shows something on laptop" id="567" name="Google Shape;567;p1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04700" cy="64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19"/>
          <p:cNvSpPr txBox="1"/>
          <p:nvPr>
            <p:ph type="title"/>
          </p:nvPr>
        </p:nvSpPr>
        <p:spPr>
          <a:xfrm>
            <a:off x="0" y="0"/>
            <a:ext cx="12192000" cy="1296988"/>
          </a:xfrm>
          <a:prstGeom prst="rect">
            <a:avLst/>
          </a:prstGeom>
          <a:solidFill>
            <a:srgbClr val="B3C6E7">
              <a:alpha val="49803"/>
            </a:srgbClr>
          </a:solidFill>
          <a:ln>
            <a:noFill/>
          </a:ln>
        </p:spPr>
        <p:txBody>
          <a:bodyPr anchorCtr="0" anchor="ctr" bIns="45700" lIns="684000" spcFirstLastPara="1" rIns="91425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i="0" lang="en-ID" u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. APQP</a:t>
            </a:r>
            <a:endParaRPr/>
          </a:p>
        </p:txBody>
      </p:sp>
      <p:sp>
        <p:nvSpPr>
          <p:cNvPr id="569" name="Google Shape;56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D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0" name="Google Shape;57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32775" y="250825"/>
            <a:ext cx="2574925" cy="77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22013" y="106363"/>
            <a:ext cx="1062037" cy="1184275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19"/>
          <p:cNvSpPr txBox="1"/>
          <p:nvPr>
            <p:ph idx="1" type="body"/>
          </p:nvPr>
        </p:nvSpPr>
        <p:spPr>
          <a:xfrm>
            <a:off x="448343" y="1397000"/>
            <a:ext cx="10905457" cy="4952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Char char="•"/>
            </a:pPr>
            <a:r>
              <a:rPr i="1" lang="en-ID" sz="3400" strike="noStrike">
                <a:latin typeface="Times New Roman"/>
                <a:ea typeface="Times New Roman"/>
                <a:cs typeface="Times New Roman"/>
                <a:sym typeface="Times New Roman"/>
              </a:rPr>
              <a:t>Advanced Product Quality Planning </a:t>
            </a:r>
            <a:endParaRPr/>
          </a:p>
          <a:p>
            <a:pPr indent="-127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</a:pPr>
            <a:r>
              <a:t/>
            </a:r>
            <a:endParaRPr b="0" sz="3400" u="none">
              <a:solidFill>
                <a:srgbClr val="2121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3400"/>
              <a:buChar char="•"/>
            </a:pPr>
            <a:r>
              <a:rPr b="0" i="0" lang="en-ID" sz="3400" u="none" strike="noStrike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Secara fundamental, APQP adalah metode standar yang sistematis untuk mendefinisikan dan menentukan langkah-langkah yang diperlukan dalam rangka memastikan kepuasan pelanggan terhadap produk yang dihasilkan.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</a:pPr>
            <a:r>
              <a:t/>
            </a:r>
            <a:endParaRPr b="0" i="0" sz="3400" u="none" strike="noStrike">
              <a:solidFill>
                <a:srgbClr val="2121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3400"/>
              <a:buChar char="•"/>
            </a:pPr>
            <a:r>
              <a:rPr b="0" i="0" lang="en-ID" sz="3400" u="none" strike="noStrike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Metode standar ini umumnya digunakan oleh </a:t>
            </a:r>
            <a:r>
              <a:rPr lang="en-ID" sz="34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supplier</a:t>
            </a:r>
            <a:r>
              <a:rPr b="0" i="0" lang="en-ID" sz="3400" u="none" strike="noStrike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atau pemasok komponen di industri otomotif.</a:t>
            </a:r>
            <a:br>
              <a:rPr lang="en-ID" sz="3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3400" u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3" name="Google Shape;57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/>
              <a:t>Pengantar Industri Otomotif (PIO)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n shows something on laptop" id="579" name="Google Shape;579;p2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04700" cy="64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20"/>
          <p:cNvSpPr txBox="1"/>
          <p:nvPr>
            <p:ph type="title"/>
          </p:nvPr>
        </p:nvSpPr>
        <p:spPr>
          <a:xfrm>
            <a:off x="0" y="0"/>
            <a:ext cx="12192000" cy="1296988"/>
          </a:xfrm>
          <a:prstGeom prst="rect">
            <a:avLst/>
          </a:prstGeom>
          <a:solidFill>
            <a:srgbClr val="B3C6E7">
              <a:alpha val="49803"/>
            </a:srgbClr>
          </a:solidFill>
          <a:ln>
            <a:noFill/>
          </a:ln>
        </p:spPr>
        <p:txBody>
          <a:bodyPr anchorCtr="0" anchor="ctr" bIns="45700" lIns="684000" spcFirstLastPara="1" rIns="91425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u="none" strike="noStrike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D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2" name="Google Shape;58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32775" y="250825"/>
            <a:ext cx="2574925" cy="77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22013" y="106363"/>
            <a:ext cx="1062037" cy="1184275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20"/>
          <p:cNvSpPr txBox="1"/>
          <p:nvPr>
            <p:ph idx="1" type="body"/>
          </p:nvPr>
        </p:nvSpPr>
        <p:spPr>
          <a:xfrm>
            <a:off x="448343" y="1541463"/>
            <a:ext cx="10905457" cy="4545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400"/>
              <a:buChar char="•"/>
            </a:pPr>
            <a:r>
              <a:rPr b="0" i="0" lang="en-ID" sz="3400" u="none" strike="noStrike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Metode APQP merupakan sebuah standar yang disusun dan </a:t>
            </a:r>
            <a:r>
              <a:rPr lang="en-ID" sz="34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dibukukan</a:t>
            </a:r>
            <a:r>
              <a:rPr b="0" i="0" lang="en-ID" sz="3400" u="none" strike="noStrike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oleh organisasi industri otomotif kelas dunia yaitu AIAG.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</a:pPr>
            <a:r>
              <a:t/>
            </a:r>
            <a:endParaRPr b="0" i="0" sz="3400" u="none" strike="noStrike">
              <a:solidFill>
                <a:srgbClr val="2121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3400"/>
              <a:buChar char="•"/>
            </a:pPr>
            <a:r>
              <a:rPr b="0" i="0" lang="en-ID" sz="3400" u="none" strike="noStrike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AIAG yang diwakili oleh ”</a:t>
            </a:r>
            <a:r>
              <a:rPr b="0" i="1" lang="en-ID" sz="3400" u="none" strike="noStrike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Big Three of World Class Automotive Company</a:t>
            </a:r>
            <a:r>
              <a:rPr b="0" i="0" lang="en-ID" sz="3400" u="none" strike="noStrike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 atau “3 Besar Pabrikan Otomotif Kelas Dunia” (Germany, Japan, USA) menerbitkan sebuah dokumen “APQP Reference Manual”.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br>
              <a:rPr lang="en-ID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u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5" name="Google Shape;58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/>
              <a:t>Pengantar Industri Otomotif (PIO)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n shows something on laptop" id="591" name="Google Shape;591;p2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04700" cy="64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21"/>
          <p:cNvSpPr txBox="1"/>
          <p:nvPr>
            <p:ph type="title"/>
          </p:nvPr>
        </p:nvSpPr>
        <p:spPr>
          <a:xfrm>
            <a:off x="0" y="0"/>
            <a:ext cx="12192000" cy="1296988"/>
          </a:xfrm>
          <a:prstGeom prst="rect">
            <a:avLst/>
          </a:prstGeom>
          <a:solidFill>
            <a:srgbClr val="B3C6E7">
              <a:alpha val="49803"/>
            </a:srgbClr>
          </a:solidFill>
          <a:ln>
            <a:noFill/>
          </a:ln>
        </p:spPr>
        <p:txBody>
          <a:bodyPr anchorCtr="0" anchor="ctr" bIns="45700" lIns="684000" spcFirstLastPara="1" rIns="91425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u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3. PPAP</a:t>
            </a:r>
            <a:endParaRPr/>
          </a:p>
        </p:txBody>
      </p:sp>
      <p:sp>
        <p:nvSpPr>
          <p:cNvPr id="593" name="Google Shape;59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D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4" name="Google Shape;59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32775" y="250825"/>
            <a:ext cx="2574925" cy="77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22013" y="106363"/>
            <a:ext cx="1062037" cy="1184275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21"/>
          <p:cNvSpPr txBox="1"/>
          <p:nvPr>
            <p:ph idx="1" type="body"/>
          </p:nvPr>
        </p:nvSpPr>
        <p:spPr>
          <a:xfrm>
            <a:off x="448343" y="1397001"/>
            <a:ext cx="10905457" cy="40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i="1" lang="en-ID" sz="4000" strike="noStrike">
                <a:latin typeface="Times New Roman"/>
                <a:ea typeface="Times New Roman"/>
                <a:cs typeface="Times New Roman"/>
                <a:sym typeface="Times New Roman"/>
              </a:rPr>
              <a:t>Production Part Approval Process 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t/>
            </a:r>
            <a:endParaRPr b="0" sz="4000" u="none">
              <a:solidFill>
                <a:srgbClr val="2121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4000"/>
              <a:buChar char="•"/>
            </a:pPr>
            <a:r>
              <a:rPr b="0" i="0" lang="en-ID" sz="4000" u="none" strike="noStrike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Merupakan suatu metode yang digunakan sebagai standar untuk mengatur proses persetujuan penggunaan </a:t>
            </a:r>
            <a:r>
              <a:rPr b="0" i="1" lang="en-ID" sz="4000" u="none" strike="noStrike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part-part </a:t>
            </a:r>
            <a:r>
              <a:rPr b="0" i="0" lang="en-ID" sz="4000" u="none" strike="noStrike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Produksi (</a:t>
            </a:r>
            <a:r>
              <a:rPr b="0" i="1" lang="en-ID" sz="4000" u="none" strike="noStrike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Production Part</a:t>
            </a:r>
            <a:r>
              <a:rPr b="0" i="0" lang="en-ID" sz="4000" u="none" strike="noStrike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dari pemasok (</a:t>
            </a:r>
            <a:r>
              <a:rPr b="0" i="1" lang="en-ID" sz="4000" u="none" strike="noStrike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supplier</a:t>
            </a:r>
            <a:r>
              <a:rPr b="0" i="0" lang="en-ID" sz="4000" u="none" strike="noStrike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br>
              <a:rPr lang="en-ID" sz="4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4000" u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7" name="Google Shape;59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/>
              <a:t>Pengantar Industri Otomotif (PIO)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n shows something on laptop" id="603" name="Google Shape;603;p2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04700" cy="64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22"/>
          <p:cNvSpPr txBox="1"/>
          <p:nvPr>
            <p:ph type="title"/>
          </p:nvPr>
        </p:nvSpPr>
        <p:spPr>
          <a:xfrm>
            <a:off x="0" y="0"/>
            <a:ext cx="12192000" cy="1296988"/>
          </a:xfrm>
          <a:prstGeom prst="rect">
            <a:avLst/>
          </a:prstGeom>
          <a:solidFill>
            <a:srgbClr val="B3C6E7">
              <a:alpha val="49803"/>
            </a:srgbClr>
          </a:solidFill>
          <a:ln>
            <a:noFill/>
          </a:ln>
        </p:spPr>
        <p:txBody>
          <a:bodyPr anchorCtr="0" anchor="ctr" bIns="45700" lIns="684000" spcFirstLastPara="1" rIns="91425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i="0" lang="en-ID" u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. JATMA</a:t>
            </a:r>
            <a:endParaRPr/>
          </a:p>
        </p:txBody>
      </p:sp>
      <p:sp>
        <p:nvSpPr>
          <p:cNvPr id="605" name="Google Shape;60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D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6" name="Google Shape;60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32775" y="250825"/>
            <a:ext cx="2574925" cy="77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22013" y="106363"/>
            <a:ext cx="1062037" cy="118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22"/>
          <p:cNvSpPr txBox="1"/>
          <p:nvPr>
            <p:ph idx="1" type="body"/>
          </p:nvPr>
        </p:nvSpPr>
        <p:spPr>
          <a:xfrm>
            <a:off x="448343" y="1397001"/>
            <a:ext cx="10905457" cy="40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i="1" lang="en-ID" sz="4000" strike="noStrike">
                <a:latin typeface="Times New Roman"/>
                <a:ea typeface="Times New Roman"/>
                <a:cs typeface="Times New Roman"/>
                <a:sym typeface="Times New Roman"/>
              </a:rPr>
              <a:t>Japan Automobile Tyre Manufacturers Association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t/>
            </a:r>
            <a:endParaRPr b="0" sz="4000" u="none">
              <a:solidFill>
                <a:srgbClr val="2121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4000"/>
              <a:buChar char="•"/>
            </a:pPr>
            <a:r>
              <a:rPr b="0" i="0" lang="en-ID" sz="4000" u="none" strike="noStrike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Merupakan </a:t>
            </a:r>
            <a:r>
              <a:rPr lang="en-ID" sz="40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-ID" sz="4000" u="none" strike="noStrike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sosiasi produsen ban otomotif dari Jepang yang melakukan penelitian dan pengembangan  standar ban mobil</a:t>
            </a:r>
            <a:endParaRPr b="0" i="0" sz="4000" u="none" strike="noStrike">
              <a:solidFill>
                <a:srgbClr val="2121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br>
              <a:rPr lang="en-ID" sz="4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4000" u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9" name="Google Shape;60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/>
              <a:t>Pengantar Industri Otomotif (PIO)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n shows something on laptop" id="615" name="Google Shape;615;p2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04700" cy="64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23"/>
          <p:cNvSpPr txBox="1"/>
          <p:nvPr>
            <p:ph type="title"/>
          </p:nvPr>
        </p:nvSpPr>
        <p:spPr>
          <a:xfrm>
            <a:off x="0" y="0"/>
            <a:ext cx="12192000" cy="1296988"/>
          </a:xfrm>
          <a:prstGeom prst="rect">
            <a:avLst/>
          </a:prstGeom>
          <a:solidFill>
            <a:srgbClr val="B3C6E7">
              <a:alpha val="49803"/>
            </a:srgbClr>
          </a:solidFill>
          <a:ln>
            <a:noFill/>
          </a:ln>
        </p:spPr>
        <p:txBody>
          <a:bodyPr anchorCtr="0" anchor="ctr" bIns="45700" lIns="684000" spcFirstLastPara="1" rIns="91425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1" i="0" lang="en-ID" u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. CFR</a:t>
            </a:r>
            <a:endParaRPr/>
          </a:p>
        </p:txBody>
      </p:sp>
      <p:sp>
        <p:nvSpPr>
          <p:cNvPr id="617" name="Google Shape;61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D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8" name="Google Shape;61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32775" y="250825"/>
            <a:ext cx="2574925" cy="77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22013" y="106363"/>
            <a:ext cx="1062037" cy="118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23"/>
          <p:cNvSpPr txBox="1"/>
          <p:nvPr>
            <p:ph idx="1" type="body"/>
          </p:nvPr>
        </p:nvSpPr>
        <p:spPr>
          <a:xfrm>
            <a:off x="448343" y="1397001"/>
            <a:ext cx="10905457" cy="40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i="1" lang="en-ID" sz="3000" strike="noStrike">
                <a:latin typeface="Times New Roman"/>
                <a:ea typeface="Times New Roman"/>
                <a:cs typeface="Times New Roman"/>
                <a:sym typeface="Times New Roman"/>
              </a:rPr>
              <a:t>Code of Federal Regulations </a:t>
            </a:r>
            <a:endParaRPr/>
          </a:p>
          <a:p>
            <a:pPr indent="-38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t/>
            </a:r>
            <a:endParaRPr b="0" sz="3000" u="none">
              <a:solidFill>
                <a:srgbClr val="2121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3000"/>
              <a:buChar char="•"/>
            </a:pPr>
            <a:r>
              <a:rPr b="0" i="0" lang="en-ID" sz="3000" u="none" strike="noStrike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Merupakan standar kodifikasi peraturan umum dan permanen yang diterbitkan di dalam Daftar Federal oleh departemen eksekutif dan lembaga pemerintah federal Amerika Serikat.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t/>
            </a:r>
            <a:endParaRPr b="0" i="0" sz="3000" u="none" strike="noStrike">
              <a:solidFill>
                <a:srgbClr val="2121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3000"/>
              <a:buChar char="•"/>
            </a:pPr>
            <a:r>
              <a:rPr b="0" i="0" lang="en-ID" sz="3000" u="none" strike="noStrike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Kodifikasi adalah proses pengumpulan hukum-hukum di wilayah tertentu untuk menghasilkan sebuah kitab undang-undang.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br>
              <a:rPr lang="en-ID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u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1" name="Google Shape;62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/>
              <a:t>Pengantar Industri Otomotif (PIO)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4"/>
          <p:cNvSpPr/>
          <p:nvPr>
            <p:ph idx="2" type="pic"/>
          </p:nvPr>
        </p:nvSpPr>
        <p:spPr>
          <a:xfrm>
            <a:off x="0" y="0"/>
            <a:ext cx="12192000" cy="6408000"/>
          </a:xfrm>
          <a:prstGeom prst="rect">
            <a:avLst/>
          </a:prstGeom>
          <a:noFill/>
          <a:ln>
            <a:noFill/>
          </a:ln>
        </p:spPr>
      </p:sp>
      <p:sp>
        <p:nvSpPr>
          <p:cNvPr id="627" name="Google Shape;627;p24"/>
          <p:cNvSpPr txBox="1"/>
          <p:nvPr>
            <p:ph type="title"/>
          </p:nvPr>
        </p:nvSpPr>
        <p:spPr>
          <a:xfrm>
            <a:off x="0" y="0"/>
            <a:ext cx="12192000" cy="1296537"/>
          </a:xfrm>
          <a:prstGeom prst="rect">
            <a:avLst/>
          </a:prstGeom>
          <a:solidFill>
            <a:srgbClr val="B3C6E7">
              <a:alpha val="49803"/>
            </a:srgbClr>
          </a:solidFill>
          <a:ln>
            <a:noFill/>
          </a:ln>
        </p:spPr>
        <p:txBody>
          <a:bodyPr anchorCtr="0" anchor="ctr" bIns="45700" lIns="684000" spcFirstLastPara="1" rIns="91425" wrap="square" tIns="108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/>
              <a:t>Video Sejarah Kijang</a:t>
            </a:r>
            <a:endParaRPr/>
          </a:p>
        </p:txBody>
      </p:sp>
      <p:sp>
        <p:nvSpPr>
          <p:cNvPr id="628" name="Google Shape;628;p24"/>
          <p:cNvSpPr txBox="1"/>
          <p:nvPr>
            <p:ph idx="1" type="body"/>
          </p:nvPr>
        </p:nvSpPr>
        <p:spPr>
          <a:xfrm>
            <a:off x="471055" y="1579418"/>
            <a:ext cx="11182383" cy="4463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D" sz="2000">
                <a:latin typeface="Times New Roman"/>
                <a:ea typeface="Times New Roman"/>
                <a:cs typeface="Times New Roman"/>
                <a:sym typeface="Times New Roman"/>
              </a:rPr>
              <a:t>https://sg.video.search.yahoo.com/yhs/search;_ylt=Awr1UUSxMyljnrI9B0p0u4lQ;_ylu=c2VjA3NlYXJjaAR2dGlkAw--;_ylc=X1MDMTM1MTIwMzcwMARfcgMyBGFjdG4DY2xrBGNzcmNwdmlkA3ZWNW5wREV3TGpJRmN4WENZRDdfUHdaTE1UQXpMZ0FBQUFCeEJ6bUMEZnIDeWhzLUxrcnktU0YwMQRmcjIDc2EtZ3AEZ3ByaWQDa0FQV3VwM0lURnFGR3A2U3dDNlVvQQRuX3JzbHQDNjAEbl9zdWdnAzAEb3JpZ2luA3NnLnZpZGVvLnNlYXJjaC55YWhvby5jb20EcG9zAzAEcHFzdHIDBHBxc3RybAMEcXN0cmwDMTcEcXVlcnkDcGVtYnVhdGFuJTIwbW9iaWwEdF9zdG1wAzE2NjM2NDQ3MTQ-?p=pembuatan+mobil&amp;ei=UTF-8&amp;fr2=p%3As%2Cv%3Av%2Cm%3Asa&amp;fr=yhs-Lkry-SF01&amp;hsimp=yhs-SF01&amp;hspart=Lkry&amp;type=ANYS_D3NOA_gn_bsf_%2452462_000000%24&amp;param1=mT_FQU1-eMwHLn5EBS2iWc5fmHgSO_KyGC5h6OgC_JI5BC8GblLXEva-D0JLkk96ERMiqeBVqdu4-MvqIxXrMgba_fU20NuQjcx4dlqPpQdb_wbpA_2ye61xnsr1uAru0d6_19u6486HFz1QdzQuWonOX6d6pIIZ_ICewRBKPbXYal8n_Gi1cuzEZiYGOhNik5Ufl5kaXaRHh1FHdPflDxohdjZ2bjz0R1GRa_XAim_Prn_05bFI4JSUKMgoHvv4EEqs3Lzbhbooez2nACYlzTkrA_mLM55hLF07lNk%2C#id=1&amp;vid=718bb49dd9282757b5d7f6693be839db&amp;action=view</a:t>
            </a:r>
            <a:endParaRPr/>
          </a:p>
        </p:txBody>
      </p:sp>
      <p:sp>
        <p:nvSpPr>
          <p:cNvPr id="629" name="Google Shape;62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/>
              <a:t>TEACH A COURSE</a:t>
            </a:r>
            <a:endParaRPr/>
          </a:p>
        </p:txBody>
      </p:sp>
      <p:sp>
        <p:nvSpPr>
          <p:cNvPr id="630" name="Google Shape;63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25"/>
          <p:cNvSpPr txBox="1"/>
          <p:nvPr>
            <p:ph type="title"/>
          </p:nvPr>
        </p:nvSpPr>
        <p:spPr>
          <a:xfrm>
            <a:off x="1096963" y="4892675"/>
            <a:ext cx="10113962" cy="744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/>
              <a:t>Thank You!</a:t>
            </a:r>
            <a:endParaRPr/>
          </a:p>
        </p:txBody>
      </p:sp>
      <p:pic>
        <p:nvPicPr>
          <p:cNvPr id="637" name="Google Shape;637;p2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3474" l="0" r="0" t="23474"/>
          <a:stretch/>
        </p:blipFill>
        <p:spPr>
          <a:xfrm>
            <a:off x="0" y="439738"/>
            <a:ext cx="10696575" cy="4016375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25"/>
          <p:cNvSpPr txBox="1"/>
          <p:nvPr>
            <p:ph idx="1" type="body"/>
          </p:nvPr>
        </p:nvSpPr>
        <p:spPr>
          <a:xfrm>
            <a:off x="1096963" y="5808663"/>
            <a:ext cx="10113962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639" name="Google Shape;63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32775" y="250825"/>
            <a:ext cx="2574925" cy="77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22013" y="106363"/>
            <a:ext cx="1062037" cy="118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2021-02-19T02:52:20Z</dcterms:created>
  <dc:creator>Fredy Sumasto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