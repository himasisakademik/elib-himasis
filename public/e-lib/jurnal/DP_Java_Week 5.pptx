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6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6" r:id="rId11"/>
    <p:sldId id="268" r:id="rId12"/>
    <p:sldId id="269" r:id="rId13"/>
    <p:sldId id="259" r:id="rId14"/>
    <p:sldId id="25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96"/>
    <p:restoredTop sz="94676"/>
  </p:normalViewPr>
  <p:slideViewPr>
    <p:cSldViewPr snapToGrid="0">
      <p:cViewPr varScale="1">
        <p:scale>
          <a:sx n="104" d="100"/>
          <a:sy n="104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648A8-E9C9-42B0-8951-180B6E4D1063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5B7BC-D081-401F-A7A4-0B8D35016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80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5B7BC-D081-401F-A7A4-0B8D3501608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52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CA113-0E39-4644-F11C-58DB61D7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6C3B8C-F884-4051-0FA9-1C0FA9176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92607-6BEA-F36B-93F2-CE8BDA683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826E7-F391-A851-3757-36AC87731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5B7BC-D081-401F-A7A4-0B8D350160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39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39FAE-9633-9B4F-A345-5682EDF4919D}" type="datetimeFigureOut">
              <a:rPr lang="id-ID" smtClean="0"/>
              <a:t>10/03/2025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DEDE9-356C-B244-84A9-91EA0FC0277D}" type="slidenum">
              <a:rPr lang="id-ID" smtClean="0"/>
              <a:t>‹#›</a:t>
            </a:fld>
            <a:endParaRPr lang="id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031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39FAE-9633-9B4F-A345-5682EDF4919D}" type="datetimeFigureOut">
              <a:rPr lang="id-ID" smtClean="0"/>
              <a:t>10/03/2025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DEDE9-356C-B244-84A9-91EA0FC0277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1155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39FAE-9633-9B4F-A345-5682EDF4919D}" type="datetimeFigureOut">
              <a:rPr lang="id-ID" smtClean="0"/>
              <a:t>10/03/2025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DEDE9-356C-B244-84A9-91EA0FC0277D}" type="slidenum">
              <a:rPr lang="id-ID" smtClean="0"/>
              <a:t>‹#›</a:t>
            </a:fld>
            <a:endParaRPr lang="id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530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39FAE-9633-9B4F-A345-5682EDF4919D}" type="datetimeFigureOut">
              <a:rPr lang="id-ID" smtClean="0"/>
              <a:t>10/03/2025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DEDE9-356C-B244-84A9-91EA0FC0277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32812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39FAE-9633-9B4F-A345-5682EDF4919D}" type="datetimeFigureOut">
              <a:rPr lang="id-ID" smtClean="0"/>
              <a:t>10/03/2025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DEDE9-356C-B244-84A9-91EA0FC0277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58915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39FAE-9633-9B4F-A345-5682EDF4919D}" type="datetimeFigureOut">
              <a:rPr lang="id-ID" smtClean="0"/>
              <a:t>10/03/2025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DEDE9-356C-B244-84A9-91EA0FC0277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83996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39FAE-9633-9B4F-A345-5682EDF4919D}" type="datetimeFigureOut">
              <a:rPr lang="id-ID" smtClean="0"/>
              <a:t>10/03/2025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DEDE9-356C-B244-84A9-91EA0FC0277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51241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2C39FAE-9633-9B4F-A345-5682EDF4919D}" type="datetimeFigureOut">
              <a:rPr lang="id-ID" smtClean="0"/>
              <a:t>10/03/2025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E2DEDE9-356C-B244-84A9-91EA0FC0277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62302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39FAE-9633-9B4F-A345-5682EDF4919D}" type="datetimeFigureOut">
              <a:rPr lang="id-ID" smtClean="0"/>
              <a:t>10/03/2025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DEDE9-356C-B244-84A9-91EA0FC0277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3408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39FAE-9633-9B4F-A345-5682EDF4919D}" type="datetimeFigureOut">
              <a:rPr lang="id-ID" smtClean="0"/>
              <a:t>10/03/2025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DEDE9-356C-B244-84A9-91EA0FC0277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1867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39FAE-9633-9B4F-A345-5682EDF4919D}" type="datetimeFigureOut">
              <a:rPr lang="id-ID" smtClean="0"/>
              <a:t>10/03/2025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DEDE9-356C-B244-84A9-91EA0FC0277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296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2C39FAE-9633-9B4F-A345-5682EDF4919D}" type="datetimeFigureOut">
              <a:rPr lang="id-ID" smtClean="0"/>
              <a:t>10/03/2025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E2DEDE9-356C-B244-84A9-91EA0FC0277D}" type="slidenum">
              <a:rPr lang="id-ID" smtClean="0"/>
              <a:t>‹#›</a:t>
            </a:fld>
            <a:endParaRPr lang="id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622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2C4AAACA-2A96-7AF2-5919-9D25C9D29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949" y="1392331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id-ID" sz="6600" dirty="0">
                <a:solidFill>
                  <a:schemeClr val="tx1"/>
                </a:solidFill>
              </a:rPr>
              <a:t>Dasar Pemprograman Java</a:t>
            </a:r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D2187846-7AB1-F929-15D5-43FB15E58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id-ID" dirty="0"/>
              <a:t>Week </a:t>
            </a:r>
            <a:r>
              <a:rPr lang="en-US" dirty="0"/>
              <a:t>5</a:t>
            </a:r>
            <a:endParaRPr lang="id-ID" dirty="0"/>
          </a:p>
          <a:p>
            <a:pPr algn="l"/>
            <a:r>
              <a:rPr lang="en-US" dirty="0" err="1"/>
              <a:t>Febry</a:t>
            </a:r>
            <a:r>
              <a:rPr lang="en-US" dirty="0"/>
              <a:t> P J </a:t>
            </a:r>
            <a:r>
              <a:rPr lang="en-US" dirty="0" err="1"/>
              <a:t>Sibuea</a:t>
            </a:r>
            <a:r>
              <a:rPr lang="en-US" dirty="0"/>
              <a:t>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199028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95168-5BA8-BCAA-04FF-DD57F9299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Programming Flow Control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6015F-A622-CCF7-4691-11883F14C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/>
              <a:t> Java (Repeat, Branch, Break, and Continue)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751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7490B-BDD9-6C49-99A0-5C1561E42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A8F31A-54F6-8290-86E6-272DFFFDCB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8527655" cy="3380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5392" rIns="9144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Apa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itu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Flow Control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?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Struktur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yang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mengontrol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alur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eksekusi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program.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Digunakan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untuk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membuat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keputusan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mengulang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kode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,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mengontrol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eksekusi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Jenis Flow Control: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Inter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Repeat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Perulangan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var(--ds-font-family-code)"/>
              </a:rPr>
              <a:t>for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,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var(--ds-font-family-code)"/>
              </a:rPr>
              <a:t>while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,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var(--ds-font-family-code)"/>
              </a:rPr>
              <a:t>do-while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Branch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Percabangan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var(--ds-font-family-code)"/>
              </a:rPr>
              <a:t>if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,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var(--ds-font-family-code)"/>
              </a:rPr>
              <a:t>if-else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,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var(--ds-font-family-code)"/>
              </a:rPr>
              <a:t>switch-case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Break dan Continue: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Mengontrol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alur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perulangan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415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E0629-AC42-2CDE-2688-4C0E0830C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 (</a:t>
            </a:r>
            <a:r>
              <a:rPr lang="en-US" dirty="0" err="1"/>
              <a:t>Perulangan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A4C4D-F14D-EB2F-A0AB-FABD2C2AD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Tujuan: </a:t>
            </a:r>
            <a:r>
              <a:rPr lang="en-US" dirty="0" err="1"/>
              <a:t>Menjalankan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berulang</a:t>
            </a:r>
            <a:r>
              <a:rPr lang="en-US" dirty="0"/>
              <a:t> kali.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012BC7-5051-656D-EF9C-25DF7DC88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75735"/>
            <a:ext cx="6382641" cy="1228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8C8ED6-0887-C1C1-FD32-6491847FD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637" y="3612097"/>
            <a:ext cx="6268325" cy="1228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7D8BC9-BF5C-57EA-EF5B-22C57A86C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176" y="4948459"/>
            <a:ext cx="6315956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96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737E7-6556-7BDE-5206-8E2339CCF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7EE4-3459-6F8A-F25B-645F94114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 (</a:t>
            </a:r>
            <a:r>
              <a:rPr lang="en-US" dirty="0" err="1"/>
              <a:t>Perulangan</a:t>
            </a:r>
            <a:r>
              <a:rPr lang="en-US" dirty="0"/>
              <a:t>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126CC2-8A8E-9211-2F62-B080EDA064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5146" y="1774304"/>
            <a:ext cx="6744641" cy="1352739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64840E-2090-4AEA-CF55-A65FE21A0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454" y="3081018"/>
            <a:ext cx="5865091" cy="310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67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977F-A297-AC56-60AC-7C2143F66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(</a:t>
            </a:r>
            <a:r>
              <a:rPr lang="en-US" dirty="0" err="1"/>
              <a:t>Percabangan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EF780-1D6A-2A00-D54D-A39759999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3334"/>
            <a:ext cx="10515600" cy="4351338"/>
          </a:xfrm>
        </p:spPr>
        <p:txBody>
          <a:bodyPr/>
          <a:lstStyle/>
          <a:p>
            <a:r>
              <a:rPr lang="fi-FI" dirty="0"/>
              <a:t>Tujuan: Membuat keputusan berdasarkan kondisi.</a:t>
            </a:r>
          </a:p>
          <a:p>
            <a:r>
              <a:rPr lang="en-US" dirty="0"/>
              <a:t>Jenis </a:t>
            </a:r>
            <a:r>
              <a:rPr lang="en-US" dirty="0" err="1"/>
              <a:t>Percabangan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E3FE5B-BB18-7A47-530F-7B7BE35B8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255" y="2210569"/>
            <a:ext cx="6249272" cy="1590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3EC4BD-7486-7B91-0D65-2AA96A279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55" y="3801466"/>
            <a:ext cx="6258798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1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565BC-C71C-2961-5B27-9134F6366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D37B-FC8C-D827-0EEE-206DCF2B2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(</a:t>
            </a:r>
            <a:r>
              <a:rPr lang="en-US" dirty="0" err="1"/>
              <a:t>Percabangan</a:t>
            </a:r>
            <a:r>
              <a:rPr lang="en-US" dirty="0"/>
              <a:t>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B24B8E-AF75-25E9-7CEC-9C1B47890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4472" y="1737360"/>
            <a:ext cx="6620799" cy="1810003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F9571E-7F02-E8C4-6301-648E69E42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25" y="2694722"/>
            <a:ext cx="583882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4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F234-03FC-B4D5-6825-6DC20239E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dan 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15136-7723-D394-2B9F-7EF1D497D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Break: </a:t>
            </a:r>
            <a:r>
              <a:rPr lang="en-US" dirty="0" err="1"/>
              <a:t>Menghentikan</a:t>
            </a:r>
            <a:r>
              <a:rPr lang="en-US" dirty="0"/>
              <a:t> </a:t>
            </a:r>
            <a:r>
              <a:rPr lang="en-US" dirty="0" err="1"/>
              <a:t>eksekusi</a:t>
            </a:r>
            <a:r>
              <a:rPr lang="en-US" dirty="0"/>
              <a:t> </a:t>
            </a:r>
            <a:r>
              <a:rPr lang="en-US" dirty="0" err="1"/>
              <a:t>perulangan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switch-case.</a:t>
            </a:r>
          </a:p>
          <a:p>
            <a:r>
              <a:rPr lang="en-US" dirty="0" err="1"/>
              <a:t>Contoh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Continue: </a:t>
            </a:r>
            <a:r>
              <a:rPr lang="en-US" dirty="0" err="1"/>
              <a:t>Melompati</a:t>
            </a:r>
            <a:r>
              <a:rPr lang="en-US" dirty="0"/>
              <a:t> </a:t>
            </a:r>
            <a:r>
              <a:rPr lang="en-US" dirty="0" err="1"/>
              <a:t>iterasi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dan </a:t>
            </a:r>
            <a:r>
              <a:rPr lang="en-US" dirty="0" err="1"/>
              <a:t>melanjutkan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iterasi</a:t>
            </a:r>
            <a:r>
              <a:rPr lang="en-US" dirty="0"/>
              <a:t> </a:t>
            </a:r>
            <a:r>
              <a:rPr lang="en-US" dirty="0" err="1"/>
              <a:t>berikutnya</a:t>
            </a:r>
            <a:r>
              <a:rPr lang="en-US" dirty="0"/>
              <a:t>.</a:t>
            </a:r>
          </a:p>
          <a:p>
            <a:r>
              <a:rPr lang="en-US" dirty="0" err="1"/>
              <a:t>Contoh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CC8B0-C3FB-4C6E-FEB9-046936FF8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283" y="2175821"/>
            <a:ext cx="6077798" cy="1514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E24366-210E-D0CE-D092-5C8C04752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5283" y="4102564"/>
            <a:ext cx="6030167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D9548-E175-CF8E-5E34-EC42CEA53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E58D-40C3-BF4D-3CAE-4C4939F96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dan Continue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4BB706-9FD5-F317-8473-8F17A4FCD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63023" y="1868684"/>
            <a:ext cx="6024103" cy="3772672"/>
          </a:xfrm>
        </p:spPr>
      </p:pic>
    </p:spTree>
    <p:extLst>
      <p:ext uri="{BB962C8B-B14F-4D97-AF65-F5344CB8AC3E}">
        <p14:creationId xmlns:p14="http://schemas.microsoft.com/office/powerpoint/2010/main" val="1939012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538E-4425-C0BB-E595-F0B9FB228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Program </a:t>
            </a:r>
            <a:r>
              <a:rPr lang="en-US" dirty="0" err="1"/>
              <a:t>Lengkap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19D96-0002-8FC8-6510-78ACFCF6F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 yang </a:t>
            </a:r>
            <a:r>
              <a:rPr lang="en-US" dirty="0" err="1"/>
              <a:t>menggabungkan</a:t>
            </a:r>
            <a:r>
              <a:rPr lang="en-US" dirty="0"/>
              <a:t> </a:t>
            </a:r>
            <a:r>
              <a:rPr lang="en-US" dirty="0" err="1"/>
              <a:t>perulangan</a:t>
            </a:r>
            <a:r>
              <a:rPr lang="en-US" dirty="0"/>
              <a:t>, </a:t>
            </a:r>
            <a:r>
              <a:rPr lang="en-US" dirty="0" err="1"/>
              <a:t>percabangan</a:t>
            </a:r>
            <a:r>
              <a:rPr lang="en-US" dirty="0"/>
              <a:t>, break, dan continue.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720C6-E8B8-3CF3-D04D-67C1D0AA3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2297127"/>
            <a:ext cx="6544588" cy="3915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83BA88-3C10-26BF-985B-43A6260DE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150" y="2297127"/>
            <a:ext cx="6287242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248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EF345-3A30-B8EF-2625-3E910F94E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FCFE09E-48BB-FBF8-0025-01F7789C77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1021856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Latihan 1: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Buat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program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untuk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mencetak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bilangan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ganjil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dari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1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hingga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20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menggunakan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var(--ds-font-family-code)"/>
              </a:rPr>
              <a:t>for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dan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var(--ds-font-family-code)"/>
              </a:rPr>
              <a:t>continue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Latihan 2: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Buat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program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untuk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menentukan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apakah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suatu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bilangan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prima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menggunakan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var(--ds-font-family-code)"/>
              </a:rPr>
              <a:t>for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dan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var(--ds-font-family-code)"/>
              </a:rPr>
              <a:t>break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Latihan 3: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Buat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program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kalkulator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sederhana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menggunakan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var(--ds-font-family-code)"/>
              </a:rPr>
              <a:t>switch-case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665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EE2D-384A-C0E1-5024-833AE664D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Kesimpulan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CBA00-9E47-9BFD-0552-2B0033F92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Repeat (</a:t>
            </a:r>
            <a:r>
              <a:rPr lang="en-US" dirty="0" err="1"/>
              <a:t>Perulangan</a:t>
            </a:r>
            <a:r>
              <a:rPr lang="en-US" dirty="0"/>
              <a:t>):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mengulang</a:t>
            </a:r>
            <a:r>
              <a:rPr lang="en-US" dirty="0"/>
              <a:t> </a:t>
            </a:r>
            <a:r>
              <a:rPr lang="en-US" dirty="0" err="1"/>
              <a:t>blok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.</a:t>
            </a:r>
          </a:p>
          <a:p>
            <a:r>
              <a:rPr lang="en-US" dirty="0"/>
              <a:t>Branch (</a:t>
            </a:r>
            <a:r>
              <a:rPr lang="en-US" dirty="0" err="1"/>
              <a:t>Percabangan</a:t>
            </a:r>
            <a:r>
              <a:rPr lang="en-US" dirty="0"/>
              <a:t>):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.</a:t>
            </a:r>
          </a:p>
          <a:p>
            <a:r>
              <a:rPr lang="en-US" dirty="0"/>
              <a:t>Break dan Continue: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mengontrol</a:t>
            </a:r>
            <a:r>
              <a:rPr lang="en-US" dirty="0"/>
              <a:t> </a:t>
            </a:r>
            <a:r>
              <a:rPr lang="en-US" dirty="0" err="1"/>
              <a:t>alur</a:t>
            </a:r>
            <a:r>
              <a:rPr lang="en-US" dirty="0"/>
              <a:t> </a:t>
            </a:r>
            <a:r>
              <a:rPr lang="en-US" dirty="0" err="1"/>
              <a:t>perulangan</a:t>
            </a:r>
            <a:r>
              <a:rPr lang="en-US" dirty="0"/>
              <a:t>.</a:t>
            </a:r>
          </a:p>
          <a:p>
            <a:r>
              <a:rPr lang="en-US" dirty="0" err="1"/>
              <a:t>Praktik</a:t>
            </a:r>
            <a:r>
              <a:rPr lang="en-US" dirty="0"/>
              <a:t>: </a:t>
            </a:r>
            <a:r>
              <a:rPr lang="en-US" dirty="0" err="1"/>
              <a:t>Kunci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flow control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berlatih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5185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F6BA-8113-375D-8183-FBAF2C6DD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Tanya Jawab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7E4969-ACD4-FC77-5DB8-2083DB81E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0510" y="1856509"/>
            <a:ext cx="5116036" cy="4096172"/>
          </a:xfrm>
        </p:spPr>
      </p:pic>
    </p:spTree>
    <p:extLst>
      <p:ext uri="{BB962C8B-B14F-4D97-AF65-F5344CB8AC3E}">
        <p14:creationId xmlns:p14="http://schemas.microsoft.com/office/powerpoint/2010/main" val="3968915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05E10-8720-55F1-3977-0E726EE79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Referensi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1449D-7B31-F637-BA95-1E959236D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Buku</a:t>
            </a:r>
            <a:r>
              <a:rPr lang="en-US" dirty="0"/>
              <a:t>: "Java: How to Program" oleh Deitel &amp; Deitel.</a:t>
            </a:r>
          </a:p>
          <a:p>
            <a:r>
              <a:rPr lang="en-US" dirty="0" err="1"/>
              <a:t>Dokumentasi</a:t>
            </a:r>
            <a:r>
              <a:rPr lang="en-US" dirty="0"/>
              <a:t> </a:t>
            </a:r>
            <a:r>
              <a:rPr lang="en-US" dirty="0" err="1"/>
              <a:t>resmi</a:t>
            </a:r>
            <a:r>
              <a:rPr lang="en-US" dirty="0"/>
              <a:t> Java: https://docs.oracle.com/javase/tutorial/.</a:t>
            </a:r>
          </a:p>
          <a:p>
            <a:r>
              <a:rPr lang="en-US" dirty="0"/>
              <a:t>Tutorial online: W3Schools, </a:t>
            </a:r>
            <a:r>
              <a:rPr lang="en-US" dirty="0" err="1"/>
              <a:t>GeeksforGeeks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12275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247</TotalTime>
  <Words>296</Words>
  <Application>Microsoft Office PowerPoint</Application>
  <PresentationFormat>Widescreen</PresentationFormat>
  <Paragraphs>48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Inter</vt:lpstr>
      <vt:lpstr>var(--ds-font-family-code)</vt:lpstr>
      <vt:lpstr>Retrospect</vt:lpstr>
      <vt:lpstr>Dasar Pemprograman Java</vt:lpstr>
      <vt:lpstr>Programming Flow Control 1</vt:lpstr>
      <vt:lpstr>Flow Control</vt:lpstr>
      <vt:lpstr>Repeat (Perulangan)</vt:lpstr>
      <vt:lpstr>Repeat (Perulangan)</vt:lpstr>
      <vt:lpstr>Branch (Percabangan)</vt:lpstr>
      <vt:lpstr>Branch (Percabangan)</vt:lpstr>
      <vt:lpstr>Break dan Continue</vt:lpstr>
      <vt:lpstr>Break dan Continue</vt:lpstr>
      <vt:lpstr>Contoh Program Lengkap</vt:lpstr>
      <vt:lpstr>Latihan</vt:lpstr>
      <vt:lpstr>Kesimpulan</vt:lpstr>
      <vt:lpstr>Tanya Jawab</vt:lpstr>
      <vt:lpstr>Referensi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Mailiap2206</dc:creator>
  <cp:lastModifiedBy>PUSDATA - PC</cp:lastModifiedBy>
  <cp:revision>38</cp:revision>
  <dcterms:created xsi:type="dcterms:W3CDTF">2025-02-07T04:13:07Z</dcterms:created>
  <dcterms:modified xsi:type="dcterms:W3CDTF">2025-03-10T01:45:20Z</dcterms:modified>
</cp:coreProperties>
</file>